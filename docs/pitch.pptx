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  <p:sldMasterId id="2147483661" r:id="rId9"/>
  </p:sldMasterIdLst>
  <p:notesMasterIdLst>
    <p:notesMasterId r:id="rId6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</p:sldIdLst>
  <p:sldSz cx="121793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theme" Target="theme/theme2.xml"/><Relationship Id="rId8" Type="http://schemas.openxmlformats.org/officeDocument/2006/relationships/slideMaster" Target="slideMasters/slideMaster2.xml"/><Relationship Id="rId9" Type="http://schemas.openxmlformats.org/officeDocument/2006/relationships/slideMaster" Target="slideMasters/slideMaster3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notesSlide" Target="notesSlides/notesSlid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xfrm rot="0" flipH="false" flipV="false">
            <a:off x="685800" y="2130425"/>
            <a:ext cx="7772400" cy="1470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ctr" defTabSz="457200">
              <a:lnSpc>
                <a:spcPct val="100000"/>
              </a:lnSpc>
              <a:defRPr sz="4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idx="7" type="body" sz="quarter" hasCustomPrompt="true"/>
          </p:nvPr>
        </p:nvSpPr>
        <p:spPr>
          <a:xfrm rot="0" flipH="false" flipV="false">
            <a:off x="1371600" y="3886200"/>
            <a:ext cx="6400800" cy="1752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rmAutofit lnSpcReduction="0"/>
          </a:bodyPr>
          <a:lstStyle>
            <a:lvl1pPr algn="ctr" defTabSz="457200">
              <a:lnSpc>
                <a:spcPct val="100000"/>
              </a:lnSpc>
              <a:defRPr sz="3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ctr" marL="0" indent="0" defTabSz="45720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3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Click to edit Master subtitle style</a:t>
            </a:r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xfrm rot="0" flipH="false" flipV="false"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xfrm rot="0" flipH="false" flipV="false"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4572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6" id="6"/>
          <p:cNvSpPr/>
          <p:nvPr>
            <p:ph idx="10" type="body" sz="quarter" hasCustomPrompt="true"/>
          </p:nvPr>
        </p:nvSpPr>
        <p:spPr>
          <a:xfrm rot="0" flipH="false" flipV="false"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457200">
              <a:lnSpc>
                <a:spcPct val="100000"/>
              </a:lnSpc>
            </a:pPr>
            <a:fld type="slidenum" id="{0CB38140-CD61-4F02-891C-0F9700916146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1" type="body" sz="quarter" hasCustomPrompt="true"/>
          </p:nvPr>
        </p:nvSpPr>
        <p:spPr>
          <a:xfrm rot="0" flipH="false" flipV="false"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 defTabSz="457200">
              <a:lnSpc>
                <a:spcPct val="100000"/>
              </a:lnSpc>
              <a:defRPr sz="4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idx="12" type="body" sz="quarter" hasCustomPrompt="true"/>
          </p:nvPr>
        </p:nvSpPr>
        <p:spPr>
          <a:xfrm rot="0" flipH="false" flipV="false">
            <a:off x="457200" y="1600200"/>
            <a:ext cx="8229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rmAutofit lnSpcReduction="0"/>
          </a:bodyPr>
          <a:lstStyle>
            <a:lvl1pPr algn="l" defTabSz="457200" marL="749300" indent="-406400">
              <a:lnSpc>
                <a:spcPct val="100000"/>
              </a:lnSpc>
              <a:defRPr sz="32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algn="l" indent="-342900" marL="3429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algn="l" lvl="1" indent="-285750" marL="74295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228600" marL="11430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228600" marL="16002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228600" marL="20574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4" id="4"/>
          <p:cNvSpPr/>
          <p:nvPr>
            <p:ph idx="13" type="body" sz="quarter" hasCustomPrompt="true"/>
          </p:nvPr>
        </p:nvSpPr>
        <p:spPr>
          <a:xfrm rot="0" flipH="false" flipV="false"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name="AutoShape 5" id="5"/>
          <p:cNvSpPr/>
          <p:nvPr>
            <p:ph idx="14" type="body" sz="quarter" hasCustomPrompt="true"/>
          </p:nvPr>
        </p:nvSpPr>
        <p:spPr>
          <a:xfrm rot="0" flipH="false" flipV="false"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4572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6" id="6"/>
          <p:cNvSpPr/>
          <p:nvPr>
            <p:ph idx="15" type="body" sz="quarter" hasCustomPrompt="true"/>
          </p:nvPr>
        </p:nvSpPr>
        <p:spPr>
          <a:xfrm rot="0" flipH="false" flipV="false"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457200">
              <a:lnSpc>
                <a:spcPct val="100000"/>
              </a:lnSpc>
            </a:pPr>
            <a:fld type="slidenum" id="{743B44D4-65FA-49E1-ADE5-2AA4A56A2582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6" type="body" sz="quarter" hasCustomPrompt="true"/>
          </p:nvPr>
        </p:nvSpPr>
        <p:spPr>
          <a:xfrm rot="0" flipH="false" flipV="false">
            <a:off x="722313" y="4406900"/>
            <a:ext cx="7772400" cy="13620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rmAutofit lnSpcReduction="0"/>
          </a:bodyPr>
          <a:lstStyle>
            <a:lvl1pPr algn="l" defTabSz="457200">
              <a:lnSpc>
                <a:spcPct val="100000"/>
              </a:lnSpc>
              <a:defRPr sz="40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</a:pPr>
            <a:r>
              <a:rPr lang="en-US" b="true" i="false" strike="noStrike" u="none"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idx="17" type="body" sz="quarter" hasCustomPrompt="true"/>
          </p:nvPr>
        </p:nvSpPr>
        <p:spPr>
          <a:xfrm rot="0" flipH="false" flipV="false">
            <a:off x="722313" y="2906713"/>
            <a:ext cx="7772400" cy="15001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1440" rIns="91440" tIns="45720" bIns="45720">
            <a:normAutofit lnSpcReduction="0"/>
          </a:bodyPr>
          <a:lstStyle>
            <a:lvl1pPr algn="l" defTabSz="457200">
              <a:lnSpc>
                <a:spcPct val="100000"/>
              </a:lnSpc>
              <a:defRPr sz="20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2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name="AutoShape 4" id="4"/>
          <p:cNvSpPr/>
          <p:nvPr>
            <p:ph idx="18" type="body" sz="quarter" hasCustomPrompt="true"/>
          </p:nvPr>
        </p:nvSpPr>
        <p:spPr>
          <a:xfrm rot="0" flipH="false" flipV="false"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name="AutoShape 5" id="5"/>
          <p:cNvSpPr/>
          <p:nvPr>
            <p:ph idx="19" type="body" sz="quarter" hasCustomPrompt="true"/>
          </p:nvPr>
        </p:nvSpPr>
        <p:spPr>
          <a:xfrm rot="0" flipH="false" flipV="false"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4572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6" id="6"/>
          <p:cNvSpPr/>
          <p:nvPr>
            <p:ph idx="20" type="body" sz="quarter" hasCustomPrompt="true"/>
          </p:nvPr>
        </p:nvSpPr>
        <p:spPr>
          <a:xfrm rot="0" flipH="false" flipV="false"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457200">
              <a:lnSpc>
                <a:spcPct val="100000"/>
              </a:lnSpc>
            </a:pPr>
            <a:fld type="slidenum" id="{A3FBFF73-51EE-4C99-A9C1-7D91613F0518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1" type="body" sz="quarter" hasCustomPrompt="true"/>
          </p:nvPr>
        </p:nvSpPr>
        <p:spPr>
          <a:xfrm rot="0" flipH="false" flipV="false"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 defTabSz="457200">
              <a:lnSpc>
                <a:spcPct val="100000"/>
              </a:lnSpc>
              <a:defRPr sz="4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idx="22" type="body" sz="quarter" hasCustomPrompt="true"/>
          </p:nvPr>
        </p:nvSpPr>
        <p:spPr>
          <a:xfrm rot="0" flipH="false" flipV="false">
            <a:off x="457200" y="1600200"/>
            <a:ext cx="4038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rmAutofit lnSpcReduction="0"/>
          </a:bodyPr>
          <a:lstStyle>
            <a:lvl1pPr algn="l" defTabSz="457200" marL="698500" indent="-355600">
              <a:lnSpc>
                <a:spcPct val="100000"/>
              </a:lnSpc>
              <a:defRPr sz="28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4775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algn="l" indent="-342900" marL="3429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algn="l" lvl="1" indent="-285750" marL="74295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228600" marL="11430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228600" marL="16002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228600" marL="20574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4" id="4"/>
          <p:cNvSpPr/>
          <p:nvPr>
            <p:ph idx="23" type="body" sz="quarter" hasCustomPrompt="true"/>
          </p:nvPr>
        </p:nvSpPr>
        <p:spPr>
          <a:xfrm rot="0" flipH="false" flipV="false">
            <a:off x="4648200" y="1600200"/>
            <a:ext cx="4038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defTabSz="457200" marL="698500" indent="-355600">
              <a:lnSpc>
                <a:spcPct val="100000"/>
              </a:lnSpc>
              <a:defRPr sz="28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4775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algn="l" indent="-342900" marL="3429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algn="l" lvl="1" indent="-285750" marL="74295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228600" marL="11430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228600" marL="16002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228600" marL="20574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5" id="5"/>
          <p:cNvSpPr/>
          <p:nvPr>
            <p:ph idx="24" type="body" sz="quarter" hasCustomPrompt="true"/>
          </p:nvPr>
        </p:nvSpPr>
        <p:spPr>
          <a:xfrm rot="0" flipH="false" flipV="false"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name="AutoShape 6" id="6"/>
          <p:cNvSpPr/>
          <p:nvPr>
            <p:ph idx="25" type="body" sz="quarter" hasCustomPrompt="true"/>
          </p:nvPr>
        </p:nvSpPr>
        <p:spPr>
          <a:xfrm rot="0" flipH="false" flipV="false"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4572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7" id="7"/>
          <p:cNvSpPr/>
          <p:nvPr>
            <p:ph idx="26" type="body" sz="quarter" hasCustomPrompt="true"/>
          </p:nvPr>
        </p:nvSpPr>
        <p:spPr>
          <a:xfrm rot="0" flipH="false" flipV="false"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457200">
              <a:lnSpc>
                <a:spcPct val="100000"/>
              </a:lnSpc>
            </a:pPr>
            <a:fld type="slidenum" id="{EB3F83F2-CCA5-4152-8B76-CD5CF65A1895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7" type="body" sz="quarter" hasCustomPrompt="true"/>
          </p:nvPr>
        </p:nvSpPr>
        <p:spPr>
          <a:xfrm rot="0" flipH="false" flipV="false"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 defTabSz="457200">
              <a:lnSpc>
                <a:spcPct val="100000"/>
              </a:lnSpc>
              <a:defRPr sz="4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idx="28" type="body" sz="quarter" hasCustomPrompt="true"/>
          </p:nvPr>
        </p:nvSpPr>
        <p:spPr>
          <a:xfrm rot="0" flipH="false" flipV="false">
            <a:off x="457200" y="1535113"/>
            <a:ext cx="4040188" cy="63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1440" rIns="91440" tIns="45720" bIns="45720">
            <a:normAutofit lnSpcReduction="0"/>
          </a:bodyPr>
          <a:lstStyle>
            <a:lvl1pPr algn="l" defTabSz="457200">
              <a:lnSpc>
                <a:spcPct val="100000"/>
              </a:lnSpc>
              <a:defRPr sz="24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name="AutoShape 4" id="4"/>
          <p:cNvSpPr/>
          <p:nvPr>
            <p:ph idx="29" type="body" sz="quarter" hasCustomPrompt="true"/>
          </p:nvPr>
        </p:nvSpPr>
        <p:spPr>
          <a:xfrm rot="0" flipH="false" flipV="false">
            <a:off x="457200" y="2174875"/>
            <a:ext cx="4040188" cy="39512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defTabSz="457200" marL="647700" indent="-304800">
              <a:lnSpc>
                <a:spcPct val="100000"/>
              </a:lnSpc>
              <a:defRPr sz="2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996950" indent="-254000"/>
            <a:lvl3pPr marL="1371600" indent="-228600"/>
            <a:lvl4pPr marL="1803400" indent="-203200"/>
            <a:lvl5pPr marL="2260600" indent="-203200"/>
            <a:lvl6pPr marL="2717800" indent="-203200"/>
            <a:lvl7pPr marL="3175000" indent="-203200"/>
            <a:lvl8pPr marL="3632200" indent="-203200"/>
            <a:lvl9pPr marL="4089400" indent="-203200"/>
          </a:lstStyle>
          <a:p>
            <a:pPr algn="l" indent="-342900" marL="3429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algn="l" lvl="1" indent="-285750" marL="74295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228600" marL="11430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228600" marL="16002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228600" marL="20574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b="fals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5" id="5"/>
          <p:cNvSpPr/>
          <p:nvPr>
            <p:ph idx="30" type="body" sz="quarter" hasCustomPrompt="true"/>
          </p:nvPr>
        </p:nvSpPr>
        <p:spPr>
          <a:xfrm rot="0" flipH="false" flipV="false">
            <a:off x="4645025" y="1535113"/>
            <a:ext cx="4041775" cy="63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1440" rIns="91440" tIns="45720" bIns="45720">
            <a:noAutofit/>
          </a:bodyPr>
          <a:lstStyle>
            <a:lvl1pPr algn="l" defTabSz="457200">
              <a:lnSpc>
                <a:spcPct val="100000"/>
              </a:lnSpc>
              <a:defRPr sz="24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name="AutoShape 6" id="6"/>
          <p:cNvSpPr/>
          <p:nvPr>
            <p:ph idx="31" type="body" sz="quarter" hasCustomPrompt="true"/>
          </p:nvPr>
        </p:nvSpPr>
        <p:spPr>
          <a:xfrm rot="0" flipH="false" flipV="false">
            <a:off x="4645025" y="2174875"/>
            <a:ext cx="4041775" cy="39512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defTabSz="457200" marL="647700" indent="-304800">
              <a:lnSpc>
                <a:spcPct val="100000"/>
              </a:lnSpc>
              <a:defRPr sz="2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996950" indent="-254000"/>
            <a:lvl3pPr marL="1371600" indent="-228600"/>
            <a:lvl4pPr marL="1803400" indent="-203200"/>
            <a:lvl5pPr marL="2260600" indent="-203200"/>
            <a:lvl6pPr marL="2717800" indent="-203200"/>
            <a:lvl7pPr marL="3175000" indent="-203200"/>
            <a:lvl8pPr marL="3632200" indent="-203200"/>
            <a:lvl9pPr marL="4089400" indent="-203200"/>
          </a:lstStyle>
          <a:p>
            <a:pPr algn="l" indent="-342900" marL="3429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algn="l" lvl="1" indent="-285750" marL="74295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228600" marL="11430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228600" marL="16002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228600" marL="20574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b="fals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7" id="7"/>
          <p:cNvSpPr/>
          <p:nvPr>
            <p:ph idx="32" type="body" sz="quarter" hasCustomPrompt="true"/>
          </p:nvPr>
        </p:nvSpPr>
        <p:spPr>
          <a:xfrm rot="0" flipH="false" flipV="false"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name="AutoShape 8" id="8"/>
          <p:cNvSpPr/>
          <p:nvPr>
            <p:ph idx="33" type="body" sz="quarter" hasCustomPrompt="true"/>
          </p:nvPr>
        </p:nvSpPr>
        <p:spPr>
          <a:xfrm rot="0" flipH="false" flipV="false"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4572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9" id="9"/>
          <p:cNvSpPr/>
          <p:nvPr>
            <p:ph idx="34" type="body" sz="quarter" hasCustomPrompt="true"/>
          </p:nvPr>
        </p:nvSpPr>
        <p:spPr>
          <a:xfrm rot="0" flipH="false" flipV="false"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457200">
              <a:lnSpc>
                <a:spcPct val="100000"/>
              </a:lnSpc>
            </a:pPr>
            <a:fld type="slidenum" id="{51C37191-A772-4E17-8CED-BF5FE8AE6911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5" type="body" sz="quarter" hasCustomPrompt="true"/>
          </p:nvPr>
        </p:nvSpPr>
        <p:spPr>
          <a:xfrm rot="0" flipH="false" flipV="false"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 defTabSz="457200">
              <a:lnSpc>
                <a:spcPct val="100000"/>
              </a:lnSpc>
              <a:defRPr sz="4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idx="36" type="body" sz="quarter" hasCustomPrompt="true"/>
          </p:nvPr>
        </p:nvSpPr>
        <p:spPr>
          <a:xfrm rot="0" flipH="false" flipV="false"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name="AutoShape 4" id="4"/>
          <p:cNvSpPr/>
          <p:nvPr>
            <p:ph idx="37" type="body" sz="quarter" hasCustomPrompt="true"/>
          </p:nvPr>
        </p:nvSpPr>
        <p:spPr>
          <a:xfrm rot="0" flipH="false" flipV="false"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4572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5" id="5"/>
          <p:cNvSpPr/>
          <p:nvPr>
            <p:ph idx="38" type="body" sz="quarter" hasCustomPrompt="true"/>
          </p:nvPr>
        </p:nvSpPr>
        <p:spPr>
          <a:xfrm rot="0" flipH="false" flipV="false"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457200">
              <a:lnSpc>
                <a:spcPct val="100000"/>
              </a:lnSpc>
            </a:pPr>
            <a:fld type="slidenum" id="{37C8245E-D61A-4FA9-899D-1E8CA30A8D98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9" type="body" sz="quarter" hasCustomPrompt="true"/>
          </p:nvPr>
        </p:nvSpPr>
        <p:spPr>
          <a:xfrm rot="0" flipH="false" flipV="false"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name="AutoShape 3" id="3"/>
          <p:cNvSpPr/>
          <p:nvPr>
            <p:ph idx="40" type="body" sz="quarter" hasCustomPrompt="true"/>
          </p:nvPr>
        </p:nvSpPr>
        <p:spPr>
          <a:xfrm rot="0" flipH="false" flipV="false"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4572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4" id="4"/>
          <p:cNvSpPr/>
          <p:nvPr>
            <p:ph idx="41" type="body" sz="quarter" hasCustomPrompt="true"/>
          </p:nvPr>
        </p:nvSpPr>
        <p:spPr>
          <a:xfrm rot="0" flipH="false" flipV="false"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457200">
              <a:lnSpc>
                <a:spcPct val="100000"/>
              </a:lnSpc>
            </a:pPr>
            <a:fld type="slidenum" id="{31A43250-5F66-4A00-9CB3-096C6EB6C8BB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2" type="body" sz="quarter" hasCustomPrompt="true"/>
          </p:nvPr>
        </p:nvSpPr>
        <p:spPr>
          <a:xfrm rot="0" flipH="false" flipV="false">
            <a:off x="457200" y="273050"/>
            <a:ext cx="3008313" cy="11620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1440" rIns="91440" tIns="45720" bIns="45720">
            <a:normAutofit lnSpcReduction="0"/>
          </a:bodyPr>
          <a:lstStyle>
            <a:lvl1pPr algn="l" defTabSz="457200">
              <a:lnSpc>
                <a:spcPct val="100000"/>
              </a:lnSpc>
              <a:defRPr sz="20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</a:pPr>
            <a:r>
              <a:rPr lang="en-US" b="tru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idx="43" type="body" sz="quarter" hasCustomPrompt="true"/>
          </p:nvPr>
        </p:nvSpPr>
        <p:spPr>
          <a:xfrm rot="0" flipH="false" flipV="false">
            <a:off x="3575050" y="273050"/>
            <a:ext cx="5111750" cy="58531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rmAutofit lnSpcReduction="0"/>
          </a:bodyPr>
          <a:lstStyle>
            <a:lvl1pPr algn="l" defTabSz="457200" marL="749300" indent="-406400">
              <a:lnSpc>
                <a:spcPct val="100000"/>
              </a:lnSpc>
              <a:defRPr sz="32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algn="l" indent="-342900" marL="3429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algn="l" lvl="1" indent="-285750" marL="74295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228600" marL="11430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228600" marL="16002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228600" marL="20574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4" id="4"/>
          <p:cNvSpPr/>
          <p:nvPr>
            <p:ph idx="44" type="body" sz="quarter" hasCustomPrompt="true"/>
          </p:nvPr>
        </p:nvSpPr>
        <p:spPr>
          <a:xfrm rot="0" flipH="false" flipV="false">
            <a:off x="457200" y="1435100"/>
            <a:ext cx="3008313" cy="46910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defTabSz="457200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name="AutoShape 5" id="5"/>
          <p:cNvSpPr/>
          <p:nvPr>
            <p:ph idx="45" type="body" sz="quarter" hasCustomPrompt="true"/>
          </p:nvPr>
        </p:nvSpPr>
        <p:spPr>
          <a:xfrm rot="0" flipH="false" flipV="false"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name="AutoShape 6" id="6"/>
          <p:cNvSpPr/>
          <p:nvPr>
            <p:ph idx="46" type="body" sz="quarter" hasCustomPrompt="true"/>
          </p:nvPr>
        </p:nvSpPr>
        <p:spPr>
          <a:xfrm rot="0" flipH="false" flipV="false"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4572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7" id="7"/>
          <p:cNvSpPr/>
          <p:nvPr>
            <p:ph idx="47" type="body" sz="quarter" hasCustomPrompt="true"/>
          </p:nvPr>
        </p:nvSpPr>
        <p:spPr>
          <a:xfrm rot="0" flipH="false" flipV="false"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457200">
              <a:lnSpc>
                <a:spcPct val="100000"/>
              </a:lnSpc>
            </a:pPr>
            <a:fld type="slidenum" id="{5C8B7886-09F5-47B5-998B-70D779FEC4A3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8" type="body" sz="quarter" hasCustomPrompt="true"/>
          </p:nvPr>
        </p:nvSpPr>
        <p:spPr>
          <a:xfrm rot="0" flipH="false" flipV="false">
            <a:off x="1792288" y="4800600"/>
            <a:ext cx="5486400" cy="5667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1440" rIns="91440" tIns="45720" bIns="45720">
            <a:normAutofit lnSpcReduction="0"/>
          </a:bodyPr>
          <a:lstStyle>
            <a:lvl1pPr algn="l" defTabSz="457200">
              <a:lnSpc>
                <a:spcPct val="100000"/>
              </a:lnSpc>
              <a:defRPr sz="20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</a:pPr>
            <a:r>
              <a:rPr lang="en-US" b="tru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idx="49" type="pic" sz="quarter"/>
          </p:nvPr>
        </p:nvSpPr>
        <p:spPr>
          <a:xfrm rot="0" flipH="false" flipV="false">
            <a:off x="1792288" y="612775"/>
            <a:ext cx="5486400" cy="411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50" type="body" sz="quarter" hasCustomPrompt="true"/>
          </p:nvPr>
        </p:nvSpPr>
        <p:spPr>
          <a:xfrm rot="0" flipH="false" flipV="false">
            <a:off x="1792288" y="5367338"/>
            <a:ext cx="5486400" cy="8048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defTabSz="457200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name="AutoShape 5" id="5"/>
          <p:cNvSpPr/>
          <p:nvPr>
            <p:ph idx="51" type="body" sz="quarter" hasCustomPrompt="true"/>
          </p:nvPr>
        </p:nvSpPr>
        <p:spPr>
          <a:xfrm rot="0" flipH="false" flipV="false"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name="AutoShape 6" id="6"/>
          <p:cNvSpPr/>
          <p:nvPr>
            <p:ph idx="52" type="body" sz="quarter" hasCustomPrompt="true"/>
          </p:nvPr>
        </p:nvSpPr>
        <p:spPr>
          <a:xfrm rot="0" flipH="false" flipV="false"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4572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7" id="7"/>
          <p:cNvSpPr/>
          <p:nvPr>
            <p:ph idx="53" type="body" sz="quarter" hasCustomPrompt="true"/>
          </p:nvPr>
        </p:nvSpPr>
        <p:spPr>
          <a:xfrm rot="0" flipH="false" flipV="false"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457200">
              <a:lnSpc>
                <a:spcPct val="100000"/>
              </a:lnSpc>
            </a:pPr>
            <a:fld type="slidenum" id="{B25BD959-00BF-496A-90A5-B1A72BF57CDD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4" type="body" sz="quarter" hasCustomPrompt="true"/>
          </p:nvPr>
        </p:nvSpPr>
        <p:spPr>
          <a:xfrm rot="0" flipH="false" flipV="false"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 defTabSz="457200">
              <a:lnSpc>
                <a:spcPct val="100000"/>
              </a:lnSpc>
              <a:defRPr sz="4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idx="55" type="body" sz="quarter" hasCustomPrompt="true"/>
          </p:nvPr>
        </p:nvSpPr>
        <p:spPr>
          <a:xfrm rot="0" flipH="false" flipV="false">
            <a:off x="457200" y="1600200"/>
            <a:ext cx="8229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eaVert" wrap="square" lIns="91440" rIns="91440" tIns="45720" bIns="45720">
            <a:normAutofit lnSpcReduction="0"/>
          </a:bodyPr>
          <a:lstStyle>
            <a:lvl1pPr algn="l" defTabSz="457200" marL="749300" indent="-406400">
              <a:lnSpc>
                <a:spcPct val="100000"/>
              </a:lnSpc>
              <a:defRPr sz="32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algn="l" indent="-342900" marL="3429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algn="l" lvl="1" indent="-285750" marL="74295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228600" marL="11430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228600" marL="16002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228600" marL="20574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4" id="4"/>
          <p:cNvSpPr/>
          <p:nvPr>
            <p:ph idx="56" type="body" sz="quarter" hasCustomPrompt="true"/>
          </p:nvPr>
        </p:nvSpPr>
        <p:spPr>
          <a:xfrm rot="0" flipH="false" flipV="false"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name="AutoShape 5" id="5"/>
          <p:cNvSpPr/>
          <p:nvPr>
            <p:ph idx="57" type="body" sz="quarter" hasCustomPrompt="true"/>
          </p:nvPr>
        </p:nvSpPr>
        <p:spPr>
          <a:xfrm rot="0" flipH="false" flipV="false"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4572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6" id="6"/>
          <p:cNvSpPr/>
          <p:nvPr>
            <p:ph idx="58" type="body" sz="quarter" hasCustomPrompt="true"/>
          </p:nvPr>
        </p:nvSpPr>
        <p:spPr>
          <a:xfrm rot="0" flipH="false" flipV="false"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457200">
              <a:lnSpc>
                <a:spcPct val="100000"/>
              </a:lnSpc>
            </a:pPr>
            <a:fld type="slidenum" id="{EE2BDBB9-1477-4DA4-9A20-7375D760678A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9" type="body" sz="quarter" hasCustomPrompt="true"/>
          </p:nvPr>
        </p:nvSpPr>
        <p:spPr>
          <a:xfrm rot="0" flipH="false" flipV="false">
            <a:off x="6629400" y="274638"/>
            <a:ext cx="2057400" cy="58515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eaVert" wrap="square" lIns="91440" rIns="91440" tIns="45720" bIns="45720">
            <a:normAutofit lnSpcReduction="0"/>
          </a:bodyPr>
          <a:lstStyle>
            <a:lvl1pPr algn="ctr" defTabSz="457200">
              <a:lnSpc>
                <a:spcPct val="100000"/>
              </a:lnSpc>
              <a:defRPr sz="4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idx="60" type="body" sz="quarter" hasCustomPrompt="true"/>
          </p:nvPr>
        </p:nvSpPr>
        <p:spPr>
          <a:xfrm rot="0" flipH="false" flipV="false">
            <a:off x="457200" y="274638"/>
            <a:ext cx="6019800" cy="58515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eaVert" wrap="square" lIns="91440" rIns="91440" tIns="45720" bIns="45720">
            <a:normAutofit lnSpcReduction="0"/>
          </a:bodyPr>
          <a:lstStyle>
            <a:lvl1pPr algn="l" defTabSz="457200" marL="749300" indent="-406400">
              <a:lnSpc>
                <a:spcPct val="100000"/>
              </a:lnSpc>
              <a:defRPr sz="32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algn="l" indent="-342900" marL="3429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algn="l" lvl="1" indent="-285750" marL="74295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228600" marL="11430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228600" marL="16002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228600" marL="20574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4" id="4"/>
          <p:cNvSpPr/>
          <p:nvPr>
            <p:ph idx="61" type="body" sz="quarter" hasCustomPrompt="true"/>
          </p:nvPr>
        </p:nvSpPr>
        <p:spPr>
          <a:xfrm rot="0" flipH="false" flipV="false"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name="AutoShape 5" id="5"/>
          <p:cNvSpPr/>
          <p:nvPr>
            <p:ph idx="62" type="body" sz="quarter" hasCustomPrompt="true"/>
          </p:nvPr>
        </p:nvSpPr>
        <p:spPr>
          <a:xfrm rot="0" flipH="false" flipV="false"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4572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6" id="6"/>
          <p:cNvSpPr/>
          <p:nvPr>
            <p:ph idx="63" type="body" sz="quarter" hasCustomPrompt="true"/>
          </p:nvPr>
        </p:nvSpPr>
        <p:spPr>
          <a:xfrm rot="0" flipH="false" flipV="false"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457200">
              <a:lnSpc>
                <a:spcPct val="100000"/>
              </a:lnSpc>
            </a:pPr>
            <a:fld type="slidenum" id="{E3980797-2D3E-4D32-A616-9F0BB0DB16C9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自定义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Office Theme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>
            <p:ph idx="1" type="body" sz="quarter" hasCustomPrompt="true"/>
          </p:nvPr>
        </p:nvSpPr>
        <p:spPr>
          <a:xfrm rot="0" flipH="false" flipV="false"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rmAutofit lnSpcReduction="0"/>
          </a:bodyPr>
          <a:lstStyle>
            <a:lvl1pPr algn="ctr" defTabSz="457200">
              <a:lnSpc>
                <a:spcPct val="100000"/>
              </a:lnSpc>
              <a:defRPr sz="44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true" i="false" strike="noStrike" u="none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2" id="2"/>
          <p:cNvSpPr/>
          <p:nvPr>
            <p:ph idx="2" type="body" sz="quarter" hasCustomPrompt="true"/>
          </p:nvPr>
        </p:nvSpPr>
        <p:spPr>
          <a:xfrm rot="0" flipH="false" flipV="false">
            <a:off x="457200" y="1600200"/>
            <a:ext cx="8229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rmAutofit lnSpcReduction="0"/>
          </a:bodyPr>
          <a:lstStyle>
            <a:lvl1pPr algn="l" defTabSz="457200" marL="749300" indent="-406400">
              <a:lnSpc>
                <a:spcPct val="100000"/>
              </a:lnSpc>
              <a:defRPr sz="32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algn="l" indent="-342900" marL="3429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algn="l" lvl="1" indent="-285750" marL="74295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228600" marL="11430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228600" marL="16002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228600" marL="20574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3" id="3"/>
          <p:cNvSpPr/>
          <p:nvPr>
            <p:ph idx="3" type="body" sz="quarter" hasCustomPrompt="true"/>
          </p:nvPr>
        </p:nvSpPr>
        <p:spPr>
          <a:xfrm rot="0" flipH="false" flipV="false"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name="AutoShape 4" id="4"/>
          <p:cNvSpPr/>
          <p:nvPr>
            <p:ph idx="4" type="body" sz="quarter" hasCustomPrompt="true"/>
          </p:nvPr>
        </p:nvSpPr>
        <p:spPr>
          <a:xfrm rot="0" flipH="false" flipV="false"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4572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6" id="6"/>
          <p:cNvSpPr/>
          <p:nvPr>
            <p:ph idx="5" type="body" sz="quarter" hasCustomPrompt="true"/>
          </p:nvPr>
        </p:nvSpPr>
        <p:spPr>
          <a:xfrm rot="0" flipH="false" flipV="false"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r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457200">
              <a:lnSpc>
                <a:spcPct val="100000"/>
              </a:lnSpc>
            </a:pPr>
            <a:fld type="slidenum" id="{0532284C-EF33-4A3E-9DCA-B01DE3595339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57483700" r:id="rId2"/>
    <p:sldLayoutId id="2157483701" r:id="rId3"/>
    <p:sldLayoutId id="2157483702" r:id="rId4"/>
    <p:sldLayoutId id="2157483703" r:id="rId5"/>
    <p:sldLayoutId id="2157483704" r:id="rId6"/>
    <p:sldLayoutId id="2157483705" r:id="rId7"/>
    <p:sldLayoutId id="2157483706" r:id="rId8"/>
    <p:sldLayoutId id="2157483707" r:id="rId9"/>
    <p:sldLayoutId id="2157483708" r:id="rId10"/>
    <p:sldLayoutId id="2157483709" r:id="rId11"/>
    <p:sldLayoutId id="215748371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png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ECEBE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493776" y="365760"/>
            <a:ext cx="11201400" cy="603504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877824" y="832104"/>
            <a:ext cx="10195560" cy="8595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48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江城信约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905256" y="1837943"/>
            <a:ext cx="10003536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AgentEscrow · </a:t>
            </a:r>
            <a:r>
              <a:rPr lang="en-US" b="true" i="false" strike="noStrike" u="none" sz="2400">
                <a:solidFill>
                  <a:srgbClr val="245E87"/>
                </a:solidFill>
                <a:latin typeface="Noto Sans SC"/>
                <a:ea typeface="Noto Sans SC"/>
                <a:cs typeface="Noto Sans SC"/>
                <a:sym typeface="Noto Sans SC"/>
              </a:rPr>
              <a:t>链上信誉</a:t>
            </a:r>
            <a:r>
              <a:rPr lang="en-US" b="true" i="false" strike="noStrike" u="none" sz="2400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+ </a:t>
            </a:r>
            <a:r>
              <a:rPr lang="en-US" b="true" i="false" strike="noStrike" u="none" sz="2400">
                <a:solidFill>
                  <a:srgbClr val="245E87"/>
                </a:solidFill>
                <a:latin typeface="Noto Sans SC"/>
                <a:ea typeface="Noto Sans SC"/>
                <a:cs typeface="Noto Sans SC"/>
                <a:sym typeface="Noto Sans SC"/>
              </a:rPr>
              <a:t>任务托管系统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914400" y="2807208"/>
            <a:ext cx="3657600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服务对象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914400" y="3364992"/>
            <a:ext cx="4206240" cy="9509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AI Agent </a:t>
            </a:r>
            <a:r>
              <a:rPr lang="en-US" b="false" i="false" strike="noStrike" u="none" sz="180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与赏金任务发布者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5404104" y="2807208"/>
            <a:ext cx="585216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质押注册</a:t>
            </a:r>
            <a:r>
              <a:rPr lang="en-US" b="true" i="false" strike="noStrike" u="none" sz="2000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· </a:t>
            </a:r>
            <a:r>
              <a:rPr lang="en-US" b="true" i="false" strike="noStrike" u="none" sz="20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托管赏金</a:t>
            </a:r>
            <a:r>
              <a:rPr lang="en-US" b="true" i="false" strike="noStrike" u="none" sz="2000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· </a:t>
            </a:r>
            <a:r>
              <a:rPr lang="en-US" b="true" i="false" strike="noStrike" u="none" sz="20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验收放款</a:t>
            </a:r>
            <a:r>
              <a:rPr lang="en-US" b="true" i="false" strike="noStrike" u="none" sz="2000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· </a:t>
            </a:r>
            <a:r>
              <a:rPr lang="en-US" b="true" i="false" strike="noStrike" u="none" sz="20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争议罚没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5413248" y="3429000"/>
            <a:ext cx="5760720" cy="10972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EVM Layer1 · BOT Chain</a:t>
            </a:r>
            <a:endParaRPr lang="en-US" sz="1100"/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80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测试网</a:t>
            </a:r>
            <a:r>
              <a:rPr lang="en-US" b="false" i="false" strike="noStrike" u="none" sz="18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Bohr 968 / </a:t>
            </a:r>
            <a:r>
              <a:rPr lang="en-US" b="false" i="false" strike="noStrike" u="none" sz="180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主网</a:t>
            </a:r>
            <a:r>
              <a:rPr lang="en-US" b="false" i="false" strike="noStrike" u="none" sz="18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677 · </a:t>
            </a:r>
            <a:r>
              <a:rPr lang="en-US" b="false" i="false" strike="noStrike" u="none" sz="180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原生</a:t>
            </a:r>
            <a:r>
              <a:rPr lang="en-US" b="false" i="false" strike="noStrike" u="none" sz="18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BOT</a:t>
            </a:r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914400" y="5074920"/>
            <a:ext cx="10314432" cy="4572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队名：AI终身合伙人</a:t>
            </a:r>
            <a:r>
              <a:rPr lang="en-US" b="true" i="false" strike="noStrike" u="none" sz="1800">
                <a:solidFill>
                  <a:srgbClr val="182A3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18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成员：陈敏鸿、秦斌、黄焱豪、邵凡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914400" y="5577840"/>
            <a:ext cx="10314432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BUILD BEYOND 2026 · </a:t>
            </a:r>
            <a:r>
              <a:rPr lang="en-US" b="true" i="false" strike="noStrike" u="none" sz="1600">
                <a:solidFill>
                  <a:srgbClr val="245E87"/>
                </a:solidFill>
                <a:latin typeface="Noto Sans SC"/>
                <a:ea typeface="Noto Sans SC"/>
                <a:cs typeface="Noto Sans SC"/>
                <a:sym typeface="Noto Sans SC"/>
              </a:rPr>
              <a:t>从零新建赛道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868680" y="6473952"/>
            <a:ext cx="8092440" cy="23774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江城信约</a:t>
            </a:r>
            <a:r>
              <a:rPr lang="en-US" b="true" i="false" strike="noStrike" u="none" sz="1200">
                <a:solidFill>
                  <a:srgbClr val="182A36"/>
                </a:solidFill>
                <a:latin typeface="Arial"/>
                <a:ea typeface="Arial"/>
                <a:cs typeface="Arial"/>
                <a:sym typeface="Arial"/>
              </a:rPr>
              <a:t> 01 / 11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CEBE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493776" y="365760"/>
            <a:ext cx="11201400" cy="603504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877824" y="740664"/>
            <a:ext cx="10378440" cy="62179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30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痛点：链上身份</a:t>
            </a:r>
            <a:r>
              <a:rPr lang="en-US" b="true" i="false" strike="noStrike" u="none" sz="3000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≠ </a:t>
            </a:r>
            <a:r>
              <a:rPr lang="en-US" b="true" i="false" strike="noStrike" u="none" sz="30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服务可信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896112" y="1435608"/>
            <a:ext cx="10195560" cy="6309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700">
                <a:solidFill>
                  <a:srgbClr val="536675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EIP-8004 </a:t>
            </a:r>
            <a:r>
              <a:rPr lang="en-US" b="false" i="false" strike="noStrike" u="none" sz="1700">
                <a:solidFill>
                  <a:srgbClr val="536675"/>
                </a:solidFill>
                <a:latin typeface="Noto Sans SC"/>
                <a:ea typeface="Noto Sans SC"/>
                <a:cs typeface="Noto Sans SC"/>
                <a:sym typeface="Noto Sans SC"/>
              </a:rPr>
              <a:t>式注册只记录「存在」，不证明「靠谱」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14400" y="2377440"/>
            <a:ext cx="4754880" cy="1371600"/>
          </a:xfrm>
          <a:prstGeom prst="roundRect">
            <a:avLst>
              <a:gd name="adj" fmla="val 16667"/>
            </a:avLst>
          </a:prstGeom>
          <a:solidFill>
            <a:srgbClr val="EAF2F7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60704" y="2505456"/>
            <a:ext cx="448056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245E87"/>
                </a:solidFill>
                <a:latin typeface="Songti SC"/>
                <a:ea typeface="Songti SC"/>
                <a:cs typeface="Songti SC"/>
                <a:sym typeface="Songti SC"/>
              </a:rPr>
              <a:t>问题</a:t>
            </a:r>
            <a:r>
              <a:rPr lang="en-US" b="true" i="false" strike="noStrike" u="none" sz="1500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1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60704" y="2880360"/>
            <a:ext cx="448056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刷分</a:t>
            </a:r>
            <a:r>
              <a:rPr lang="en-US" b="true" i="false" strike="noStrike" u="none" sz="1700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/ </a:t>
            </a:r>
            <a:r>
              <a:rPr lang="en-US" b="true" i="false" strike="noStrike" u="none" sz="17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女巫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060704" y="3273552"/>
            <a:ext cx="448056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25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一次性地址刷好评，无成本、可批量复制身份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126480" y="2377440"/>
            <a:ext cx="4754880" cy="1371600"/>
          </a:xfrm>
          <a:prstGeom prst="roundRect">
            <a:avLst>
              <a:gd name="adj" fmla="val 16667"/>
            </a:avLst>
          </a:prstGeom>
          <a:solidFill>
            <a:srgbClr val="EAF2F7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6272784" y="2505456"/>
            <a:ext cx="448056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245E87"/>
                </a:solidFill>
                <a:latin typeface="Songti SC"/>
                <a:ea typeface="Songti SC"/>
                <a:cs typeface="Songti SC"/>
                <a:sym typeface="Songti SC"/>
              </a:rPr>
              <a:t>问题</a:t>
            </a:r>
            <a:r>
              <a:rPr lang="en-US" b="true" i="false" strike="noStrike" u="none" sz="1500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2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6272784" y="2880360"/>
            <a:ext cx="448056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注册</a:t>
            </a:r>
            <a:r>
              <a:rPr lang="en-US" b="true" i="false" strike="noStrike" u="none" sz="1700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≠</a:t>
            </a:r>
            <a:r>
              <a:rPr lang="en-US" b="true" i="false" strike="noStrike" u="none" sz="17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能力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6272784" y="3273552"/>
            <a:ext cx="448056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25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链上声明与真实交付质量脱钩，历史评分可伪造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14400" y="4114800"/>
            <a:ext cx="4754880" cy="1371600"/>
          </a:xfrm>
          <a:prstGeom prst="roundRect">
            <a:avLst>
              <a:gd name="adj" fmla="val 16667"/>
            </a:avLst>
          </a:prstGeom>
          <a:solidFill>
            <a:srgbClr val="EAF2F7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060704" y="4242816"/>
            <a:ext cx="448056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245E87"/>
                </a:solidFill>
                <a:latin typeface="Songti SC"/>
                <a:ea typeface="Songti SC"/>
                <a:cs typeface="Songti SC"/>
                <a:sym typeface="Songti SC"/>
              </a:rPr>
              <a:t>问题</a:t>
            </a:r>
            <a:r>
              <a:rPr lang="en-US" b="true" i="false" strike="noStrike" u="none" sz="1500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3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1060704" y="4617720"/>
            <a:ext cx="448056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信任中介贵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060704" y="5010912"/>
            <a:ext cx="448056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25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跨国</a:t>
            </a:r>
            <a:r>
              <a:rPr lang="en-US" b="false" i="false" strike="noStrike" u="none" sz="125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Agent </a:t>
            </a:r>
            <a:r>
              <a:rPr lang="en-US" b="false" i="false" strike="noStrike" u="none" sz="125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交易缺最小托管，欺诈无代价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126480" y="4114800"/>
            <a:ext cx="4754880" cy="1371600"/>
          </a:xfrm>
          <a:prstGeom prst="roundRect">
            <a:avLst>
              <a:gd name="adj" fmla="val 16667"/>
            </a:avLst>
          </a:prstGeom>
          <a:solidFill>
            <a:srgbClr val="EAF2F7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6272784" y="4242816"/>
            <a:ext cx="448056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245E87"/>
                </a:solidFill>
                <a:latin typeface="Songti SC"/>
                <a:ea typeface="Songti SC"/>
                <a:cs typeface="Songti SC"/>
                <a:sym typeface="Songti SC"/>
              </a:rPr>
              <a:t>问题</a:t>
            </a:r>
            <a:r>
              <a:rPr lang="en-US" b="true" i="false" strike="noStrike" u="none" sz="1500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4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6272784" y="4617720"/>
            <a:ext cx="448056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无结算闭环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6272784" y="5010912"/>
            <a:ext cx="448056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25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口头交付无凭证，验收</a:t>
            </a:r>
            <a:r>
              <a:rPr lang="en-US" b="false" i="false" strike="noStrike" u="none" sz="125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/</a:t>
            </a:r>
            <a:r>
              <a:rPr lang="en-US" b="false" i="false" strike="noStrike" u="none" sz="125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退款</a:t>
            </a:r>
            <a:r>
              <a:rPr lang="en-US" b="false" i="false" strike="noStrike" u="none" sz="125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/</a:t>
            </a:r>
            <a:r>
              <a:rPr lang="en-US" b="false" i="false" strike="noStrike" u="none" sz="125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罚没无链上路径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914400" y="5897880"/>
            <a:ext cx="1024128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245E87"/>
                </a:solidFill>
                <a:latin typeface="Songti SC"/>
                <a:ea typeface="Songti SC"/>
                <a:cs typeface="Songti SC"/>
                <a:sym typeface="Songti SC"/>
              </a:rPr>
              <a:t>需要：把「信誉」和「赏金」都变成有成本、可结算、可罚没的链上资产。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868680" y="6473952"/>
            <a:ext cx="8092440" cy="2377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江城信约</a:t>
            </a:r>
            <a:r>
              <a:rPr lang="en-US" b="true" i="false" strike="noStrike" u="none" sz="1200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  02 / 11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ECEBE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493776" y="365760"/>
            <a:ext cx="11201400" cy="603504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877824" y="740664"/>
            <a:ext cx="10378440" cy="62179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30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方案总览：信任闭环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896112" y="1435608"/>
            <a:ext cx="10195560" cy="6309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700">
                <a:solidFill>
                  <a:srgbClr val="536675"/>
                </a:solidFill>
                <a:latin typeface="Songti SC"/>
                <a:ea typeface="Songti SC"/>
                <a:cs typeface="Songti SC"/>
                <a:sym typeface="Songti SC"/>
              </a:rPr>
              <a:t>质押抬高作恶成本，托管把交付与放款绑定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14400" y="2478024"/>
            <a:ext cx="1920240" cy="1408176"/>
          </a:xfrm>
          <a:prstGeom prst="roundRect">
            <a:avLst>
              <a:gd name="adj" fmla="val 16666"/>
            </a:avLst>
          </a:prstGeom>
          <a:solidFill>
            <a:srgbClr val="EAF2F7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60704" y="2606040"/>
            <a:ext cx="164592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01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60704" y="2980944"/>
            <a:ext cx="164592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质押注册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060704" y="3374136"/>
            <a:ext cx="164592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25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Agent </a:t>
            </a:r>
            <a:r>
              <a:rPr lang="en-US" b="false" i="false" strike="noStrike" u="none" sz="125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锁</a:t>
            </a:r>
            <a:r>
              <a:rPr lang="en-US" b="false" i="false" strike="noStrike" u="none" sz="125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BOT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907792" y="3182112"/>
            <a:ext cx="256032" cy="16459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45E87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008376" y="2478024"/>
            <a:ext cx="1920240" cy="1408176"/>
          </a:xfrm>
          <a:prstGeom prst="roundRect">
            <a:avLst>
              <a:gd name="adj" fmla="val 16666"/>
            </a:avLst>
          </a:prstGeom>
          <a:solidFill>
            <a:srgbClr val="EAF2F7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3154680" y="2606040"/>
            <a:ext cx="164592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02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3154680" y="2980944"/>
            <a:ext cx="164592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托管赏金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3154680" y="3374136"/>
            <a:ext cx="164592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25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发布者存</a:t>
            </a:r>
            <a:r>
              <a:rPr lang="en-US" b="false" i="false" strike="noStrike" u="none" sz="125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BOT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001768" y="3182112"/>
            <a:ext cx="256032" cy="16459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45E87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102352" y="2478024"/>
            <a:ext cx="1920240" cy="1408176"/>
          </a:xfrm>
          <a:prstGeom prst="roundRect">
            <a:avLst>
              <a:gd name="adj" fmla="val 16666"/>
            </a:avLst>
          </a:prstGeom>
          <a:solidFill>
            <a:srgbClr val="EAF2F7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5248656" y="2606040"/>
            <a:ext cx="164592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03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5248656" y="2980944"/>
            <a:ext cx="164592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接单交付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5248656" y="3374136"/>
            <a:ext cx="164592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25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提交</a:t>
            </a:r>
            <a:r>
              <a:rPr lang="en-US" b="false" i="false" strike="noStrike" u="none" sz="125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hash/URI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095744" y="3182112"/>
            <a:ext cx="256032" cy="16459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45E87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196328" y="2478024"/>
            <a:ext cx="1920240" cy="1408176"/>
          </a:xfrm>
          <a:prstGeom prst="roundRect">
            <a:avLst>
              <a:gd name="adj" fmla="val 16666"/>
            </a:avLst>
          </a:prstGeom>
          <a:solidFill>
            <a:srgbClr val="EAF2F7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7342631" y="2606040"/>
            <a:ext cx="164592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04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7342631" y="2980944"/>
            <a:ext cx="164592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验收放款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7342631" y="3374136"/>
            <a:ext cx="164592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25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好评入账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189720" y="3182112"/>
            <a:ext cx="256032" cy="16459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45E87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290304" y="2478024"/>
            <a:ext cx="1920240" cy="1408176"/>
          </a:xfrm>
          <a:prstGeom prst="roundRect">
            <a:avLst>
              <a:gd name="adj" fmla="val 16666"/>
            </a:avLst>
          </a:prstGeom>
          <a:solidFill>
            <a:srgbClr val="EAF2F7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6" id="26"/>
          <p:cNvSpPr txBox="true"/>
          <p:nvPr/>
        </p:nvSpPr>
        <p:spPr>
          <a:xfrm rot="0" flipH="false" flipV="false">
            <a:off x="9436608" y="2606040"/>
            <a:ext cx="164592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05</a:t>
            </a:r>
            <a:endParaRPr lang="en-US" sz="1100"/>
          </a:p>
        </p:txBody>
      </p:sp>
      <p:sp>
        <p:nvSpPr>
          <p:cNvPr name="AutoShape 27" id="27"/>
          <p:cNvSpPr txBox="true"/>
          <p:nvPr/>
        </p:nvSpPr>
        <p:spPr>
          <a:xfrm rot="0" flipH="false" flipV="false">
            <a:off x="9436608" y="2980944"/>
            <a:ext cx="164592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争议罚没</a:t>
            </a:r>
            <a:endParaRPr lang="en-US" sz="1100"/>
          </a:p>
        </p:txBody>
      </p:sp>
      <p:sp>
        <p:nvSpPr>
          <p:cNvPr name="AutoShape 28" id="28"/>
          <p:cNvSpPr txBox="true"/>
          <p:nvPr/>
        </p:nvSpPr>
        <p:spPr>
          <a:xfrm rot="0" flipH="false" flipV="false">
            <a:off x="9436608" y="3374136"/>
            <a:ext cx="164592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25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退款或</a:t>
            </a:r>
            <a:r>
              <a:rPr lang="en-US" b="false" i="false" strike="noStrike" u="none" sz="125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slash</a:t>
            </a:r>
            <a:endParaRPr lang="en-US" sz="1100"/>
          </a:p>
        </p:txBody>
      </p:sp>
      <p:sp>
        <p:nvSpPr>
          <p:cNvPr name="AutoShape 29" id="29"/>
          <p:cNvSpPr txBox="true"/>
          <p:nvPr/>
        </p:nvSpPr>
        <p:spPr>
          <a:xfrm rot="0" flipH="false" flipV="false">
            <a:off x="923544" y="4443984"/>
            <a:ext cx="1028700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好评累加信誉分；差评或欺诈触发罚没，质押即「保证金」</a:t>
            </a:r>
            <a:endParaRPr lang="en-US" sz="1100"/>
          </a:p>
        </p:txBody>
      </p:sp>
      <p:sp>
        <p:nvSpPr>
          <p:cNvPr name="AutoShape 30" id="30"/>
          <p:cNvSpPr txBox="true"/>
          <p:nvPr/>
        </p:nvSpPr>
        <p:spPr>
          <a:xfrm rot="0" flipH="false" flipV="false">
            <a:off x="923544" y="5129784"/>
            <a:ext cx="10195560" cy="66751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信誉分由质押量、好</a:t>
            </a:r>
            <a:r>
              <a:rPr lang="en-US" b="false" i="false" strike="noStrike" u="none" sz="16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/</a:t>
            </a:r>
            <a:r>
              <a:rPr lang="en-US" b="false" i="false" strike="noStrike" u="none" sz="160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差评净胜、注册时长聚合</a:t>
            </a:r>
            <a:r>
              <a:rPr lang="en-US" b="false" i="false" strike="noStrike" u="none" sz="16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——</a:t>
            </a:r>
            <a:r>
              <a:rPr lang="en-US" b="false" i="false" strike="noStrike" u="none" sz="160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女巫批量注册需真金白银质押。</a:t>
            </a:r>
            <a:endParaRPr lang="en-US" sz="1100"/>
          </a:p>
        </p:txBody>
      </p:sp>
      <p:sp>
        <p:nvSpPr>
          <p:cNvPr name="AutoShape 31" id="31"/>
          <p:cNvSpPr txBox="true"/>
          <p:nvPr/>
        </p:nvSpPr>
        <p:spPr>
          <a:xfrm rot="0" flipH="false" flipV="false">
            <a:off x="868680" y="6473952"/>
            <a:ext cx="8092440" cy="2377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江城信约</a:t>
            </a:r>
            <a:r>
              <a:rPr lang="en-US" b="true" i="false" strike="noStrike" u="none" sz="1200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  03 / 11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ECEBE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493776" y="365760"/>
            <a:ext cx="11201400" cy="603504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877824" y="740664"/>
            <a:ext cx="10378440" cy="62179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30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合约架构：两个合约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896112" y="1435608"/>
            <a:ext cx="10195560" cy="6309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700">
                <a:solidFill>
                  <a:srgbClr val="536675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AgentRegistry</a:t>
            </a:r>
            <a:r>
              <a:rPr lang="en-US" b="false" i="false" strike="noStrike" u="none" sz="1700">
                <a:solidFill>
                  <a:srgbClr val="536675"/>
                </a:solidFill>
                <a:latin typeface="Noto Sans SC"/>
                <a:ea typeface="Noto Sans SC"/>
                <a:cs typeface="Noto Sans SC"/>
                <a:sym typeface="Noto Sans SC"/>
              </a:rPr>
              <a:t>（信誉账本）</a:t>
            </a:r>
            <a:r>
              <a:rPr lang="en-US" b="false" i="false" strike="noStrike" u="none" sz="1700">
                <a:solidFill>
                  <a:srgbClr val="536675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+ TaskEscrow</a:t>
            </a:r>
            <a:r>
              <a:rPr lang="en-US" b="false" i="false" strike="noStrike" u="none" sz="1700">
                <a:solidFill>
                  <a:srgbClr val="536675"/>
                </a:solidFill>
                <a:latin typeface="Noto Sans SC"/>
                <a:ea typeface="Noto Sans SC"/>
                <a:cs typeface="Noto Sans SC"/>
                <a:sym typeface="Noto Sans SC"/>
              </a:rPr>
              <a:t>（任务托管）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14400" y="2286000"/>
            <a:ext cx="4846320" cy="2743200"/>
          </a:xfrm>
          <a:prstGeom prst="roundRect">
            <a:avLst>
              <a:gd name="adj" fmla="val 16667"/>
            </a:avLst>
          </a:prstGeom>
          <a:solidFill>
            <a:srgbClr val="EAF2F7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60704" y="2414016"/>
            <a:ext cx="457200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AgentRegistry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60704" y="2788920"/>
            <a:ext cx="457200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register(uri){</a:t>
            </a:r>
            <a:r>
              <a:rPr lang="en-US" b="true" i="false" strike="noStrike" u="none" sz="1700">
                <a:solidFill>
                  <a:srgbClr val="182A36"/>
                </a:solidFill>
                <a:latin typeface="Noto Sans SC"/>
                <a:ea typeface="Noto Sans SC"/>
                <a:cs typeface="Noto Sans SC"/>
                <a:sym typeface="Noto Sans SC"/>
              </a:rPr>
              <a:t>质押</a:t>
            </a:r>
            <a:r>
              <a:rPr lang="en-US" b="true" i="false" strike="noStrike" u="none" sz="1700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}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060704" y="3182112"/>
            <a:ext cx="457200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25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信誉账本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097280" y="3703320"/>
            <a:ext cx="4572000" cy="1463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• goodCount / badCount</a:t>
            </a:r>
            <a:endParaRPr lang="en-US" sz="1100"/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• score = </a:t>
            </a:r>
            <a:r>
              <a:rPr lang="en-US" b="false" i="false" strike="noStrike" u="none" sz="140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质押</a:t>
            </a:r>
            <a:r>
              <a:rPr lang="en-US" b="false" i="false" strike="noStrike" u="none" sz="14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+ </a:t>
            </a:r>
            <a:r>
              <a:rPr lang="en-US" b="false" i="false" strike="noStrike" u="none" sz="140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评价</a:t>
            </a:r>
            <a:r>
              <a:rPr lang="en-US" b="false" i="false" strike="noStrike" u="none" sz="14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+ </a:t>
            </a:r>
            <a:r>
              <a:rPr lang="en-US" b="false" i="false" strike="noStrike" u="none" sz="140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资历</a:t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• slash() </a:t>
            </a:r>
            <a:r>
              <a:rPr lang="en-US" b="false" i="false" strike="noStrike" u="none" sz="140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罚没质押（抗女巫）</a:t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• </a:t>
            </a:r>
            <a:r>
              <a:rPr lang="en-US" b="false" i="false" strike="noStrike" u="none" sz="140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信誉良好</a:t>
            </a:r>
            <a:r>
              <a:rPr lang="en-US" b="false" i="false" strike="noStrike" u="none" sz="14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deregister </a:t>
            </a:r>
            <a:r>
              <a:rPr lang="en-US" b="false" i="false" strike="noStrike" u="none" sz="140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提回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09360" y="2286000"/>
            <a:ext cx="4846320" cy="2743200"/>
          </a:xfrm>
          <a:prstGeom prst="roundRect">
            <a:avLst>
              <a:gd name="adj" fmla="val 16667"/>
            </a:avLst>
          </a:prstGeom>
          <a:solidFill>
            <a:srgbClr val="EAF2F7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6455664" y="2414016"/>
            <a:ext cx="457200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TaskEscrow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6455664" y="2788920"/>
            <a:ext cx="457200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createTask{value:BOT}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6455664" y="3182112"/>
            <a:ext cx="457200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25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任务状态机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6492240" y="3703320"/>
            <a:ext cx="4572000" cy="1463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• assign / submitDeliverable</a:t>
            </a:r>
            <a:endParaRPr lang="en-US" sz="1100"/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• accept → </a:t>
            </a:r>
            <a:r>
              <a:rPr lang="en-US" b="false" i="false" strike="noStrike" u="none" sz="140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放款</a:t>
            </a:r>
            <a:r>
              <a:rPr lang="en-US" b="false" i="false" strike="noStrike" u="none" sz="14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+ </a:t>
            </a:r>
            <a:r>
              <a:rPr lang="en-US" b="false" i="false" strike="noStrike" u="none" sz="140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好评</a:t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• reject → Disputed </a:t>
            </a:r>
            <a:r>
              <a:rPr lang="en-US" b="false" i="false" strike="noStrike" u="none" sz="140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争议</a:t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• </a:t>
            </a:r>
            <a:r>
              <a:rPr lang="en-US" b="false" i="false" strike="noStrike" u="none" sz="140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仲裁</a:t>
            </a:r>
            <a:r>
              <a:rPr lang="en-US" b="false" i="false" strike="noStrike" u="none" sz="14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resolveRelease / resolveRefund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914400" y="5257800"/>
            <a:ext cx="1024128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Escrow </a:t>
            </a:r>
            <a:r>
              <a:rPr lang="en-US" b="true" i="false" strike="noStrike" u="none" sz="1500">
                <a:solidFill>
                  <a:srgbClr val="245E87"/>
                </a:solidFill>
                <a:latin typeface="Noto Sans SC"/>
                <a:ea typeface="Noto Sans SC"/>
                <a:cs typeface="Noto Sans SC"/>
                <a:sym typeface="Noto Sans SC"/>
              </a:rPr>
              <a:t>经授权调用</a:t>
            </a:r>
            <a:r>
              <a:rPr lang="en-US" b="true" i="false" strike="noStrike" u="none" sz="1500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Registry.recordReputation</a:t>
            </a:r>
            <a:r>
              <a:rPr lang="en-US" b="true" i="false" strike="noStrike" u="none" sz="1500">
                <a:solidFill>
                  <a:srgbClr val="245E87"/>
                </a:solidFill>
                <a:latin typeface="Noto Sans SC"/>
                <a:ea typeface="Noto Sans SC"/>
                <a:cs typeface="Noto Sans SC"/>
                <a:sym typeface="Noto Sans SC"/>
              </a:rPr>
              <a:t>；所有状态变更发</a:t>
            </a:r>
            <a:r>
              <a:rPr lang="en-US" b="true" i="false" strike="noStrike" u="none" sz="1500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event</a:t>
            </a:r>
            <a:r>
              <a:rPr lang="en-US" b="true" i="false" strike="noStrike" u="none" sz="1500">
                <a:solidFill>
                  <a:srgbClr val="245E87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868680" y="6473952"/>
            <a:ext cx="8092440" cy="2377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江城信约</a:t>
            </a:r>
            <a:r>
              <a:rPr lang="en-US" b="true" i="false" strike="noStrike" u="none" sz="1200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  04 / 11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ECEBE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493776" y="365760"/>
            <a:ext cx="11201400" cy="603504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877824" y="740664"/>
            <a:ext cx="10378440" cy="62179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30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关键流程时序</a:t>
            </a:r>
            <a:r>
              <a:rPr lang="en-US" b="true" i="false" strike="noStrike" u="none" sz="3000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· </a:t>
            </a:r>
            <a:r>
              <a:rPr lang="en-US" b="true" i="false" strike="noStrike" u="none" sz="30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正常路径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896112" y="1435608"/>
            <a:ext cx="10195560" cy="6309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700">
                <a:solidFill>
                  <a:srgbClr val="536675"/>
                </a:solidFill>
                <a:latin typeface="Songti SC"/>
                <a:ea typeface="Songti SC"/>
                <a:cs typeface="Songti SC"/>
                <a:sym typeface="Songti SC"/>
              </a:rPr>
              <a:t>发任务</a:t>
            </a:r>
            <a:r>
              <a:rPr lang="en-US" b="false" i="false" strike="noStrike" u="none" sz="1700">
                <a:solidFill>
                  <a:srgbClr val="536675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→ </a:t>
            </a:r>
            <a:r>
              <a:rPr lang="en-US" b="false" i="false" strike="noStrike" u="none" sz="1700">
                <a:solidFill>
                  <a:srgbClr val="536675"/>
                </a:solidFill>
                <a:latin typeface="Songti SC"/>
                <a:ea typeface="Songti SC"/>
                <a:cs typeface="Songti SC"/>
                <a:sym typeface="Songti SC"/>
              </a:rPr>
              <a:t>接单</a:t>
            </a:r>
            <a:r>
              <a:rPr lang="en-US" b="false" i="false" strike="noStrike" u="none" sz="1700">
                <a:solidFill>
                  <a:srgbClr val="536675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→ </a:t>
            </a:r>
            <a:r>
              <a:rPr lang="en-US" b="false" i="false" strike="noStrike" u="none" sz="1700">
                <a:solidFill>
                  <a:srgbClr val="536675"/>
                </a:solidFill>
                <a:latin typeface="Songti SC"/>
                <a:ea typeface="Songti SC"/>
                <a:cs typeface="Songti SC"/>
                <a:sym typeface="Songti SC"/>
              </a:rPr>
              <a:t>提交</a:t>
            </a:r>
            <a:r>
              <a:rPr lang="en-US" b="false" i="false" strike="noStrike" u="none" sz="1700">
                <a:solidFill>
                  <a:srgbClr val="536675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→ </a:t>
            </a:r>
            <a:r>
              <a:rPr lang="en-US" b="false" i="false" strike="noStrike" u="none" sz="1700">
                <a:solidFill>
                  <a:srgbClr val="536675"/>
                </a:solidFill>
                <a:latin typeface="Songti SC"/>
                <a:ea typeface="Songti SC"/>
                <a:cs typeface="Songti SC"/>
                <a:sym typeface="Songti SC"/>
              </a:rPr>
              <a:t>验收结算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14400" y="2560320"/>
            <a:ext cx="2377440" cy="1554480"/>
          </a:xfrm>
          <a:prstGeom prst="roundRect">
            <a:avLst>
              <a:gd name="adj" fmla="val 16666"/>
            </a:avLst>
          </a:prstGeom>
          <a:solidFill>
            <a:srgbClr val="EAF2F7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60704" y="2688336"/>
            <a:ext cx="210312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245E87"/>
                </a:solidFill>
                <a:latin typeface="Songti SC"/>
                <a:ea typeface="Songti SC"/>
                <a:cs typeface="Songti SC"/>
                <a:sym typeface="Songti SC"/>
              </a:rPr>
              <a:t>发布者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60704" y="3063239"/>
            <a:ext cx="210312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createTask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060704" y="3456432"/>
            <a:ext cx="210312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25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托管</a:t>
            </a:r>
            <a:r>
              <a:rPr lang="en-US" b="false" i="false" strike="noStrike" u="none" sz="125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0.5 BOT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364992" y="3182112"/>
            <a:ext cx="256032" cy="16459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45E87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529584" y="2560320"/>
            <a:ext cx="2377440" cy="1554480"/>
          </a:xfrm>
          <a:prstGeom prst="roundRect">
            <a:avLst>
              <a:gd name="adj" fmla="val 16666"/>
            </a:avLst>
          </a:prstGeom>
          <a:solidFill>
            <a:srgbClr val="EAF2F7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3675887" y="2688336"/>
            <a:ext cx="210312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Agent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3675887" y="3063239"/>
            <a:ext cx="210312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assign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3675887" y="3456432"/>
            <a:ext cx="210312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25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接单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980176" y="3182112"/>
            <a:ext cx="256032" cy="16459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45E87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144768" y="2560320"/>
            <a:ext cx="2377440" cy="1554480"/>
          </a:xfrm>
          <a:prstGeom prst="roundRect">
            <a:avLst>
              <a:gd name="adj" fmla="val 16666"/>
            </a:avLst>
          </a:prstGeom>
          <a:solidFill>
            <a:srgbClr val="EAF2F7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6291072" y="2688336"/>
            <a:ext cx="210312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Agent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291072" y="3063239"/>
            <a:ext cx="210312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submitDeliverable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6291072" y="3456432"/>
            <a:ext cx="210312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25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hash+URI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595360" y="3182112"/>
            <a:ext cx="256032" cy="16459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45E87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759952" y="2560320"/>
            <a:ext cx="2377440" cy="1554480"/>
          </a:xfrm>
          <a:prstGeom prst="roundRect">
            <a:avLst>
              <a:gd name="adj" fmla="val 16666"/>
            </a:avLst>
          </a:prstGeom>
          <a:solidFill>
            <a:srgbClr val="EAF2F7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8906256" y="2688336"/>
            <a:ext cx="210312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245E87"/>
                </a:solidFill>
                <a:latin typeface="Songti SC"/>
                <a:ea typeface="Songti SC"/>
                <a:cs typeface="Songti SC"/>
                <a:sym typeface="Songti SC"/>
              </a:rPr>
              <a:t>发布者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8906256" y="3063239"/>
            <a:ext cx="210312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accept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8906256" y="3456432"/>
            <a:ext cx="210312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25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放款</a:t>
            </a:r>
            <a:r>
              <a:rPr lang="en-US" b="false" i="false" strike="noStrike" u="none" sz="125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+</a:t>
            </a:r>
            <a:r>
              <a:rPr lang="en-US" b="false" i="false" strike="noStrike" u="none" sz="125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好评</a:t>
            </a:r>
            <a:endParaRPr lang="en-US" sz="1100"/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914400" y="4663440"/>
            <a:ext cx="1024128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结果：</a:t>
            </a:r>
            <a:r>
              <a:rPr lang="en-US" b="false" i="false" strike="noStrike" u="none" sz="16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Agent </a:t>
            </a:r>
            <a:r>
              <a:rPr lang="en-US" b="false" i="false" strike="noStrike" u="none" sz="160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收到赏金</a:t>
            </a:r>
            <a:r>
              <a:rPr lang="en-US" b="false" i="false" strike="noStrike" u="none" sz="16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BOT</a:t>
            </a:r>
            <a:r>
              <a:rPr lang="en-US" b="false" i="false" strike="noStrike" u="none" sz="160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，</a:t>
            </a:r>
            <a:r>
              <a:rPr lang="en-US" b="false" i="false" strike="noStrike" u="none" sz="16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Registry </a:t>
            </a:r>
            <a:r>
              <a:rPr lang="en-US" b="false" i="false" strike="noStrike" u="none" sz="160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好评</a:t>
            </a:r>
            <a:r>
              <a:rPr lang="en-US" b="false" i="false" strike="noStrike" u="none" sz="16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+1</a:t>
            </a:r>
            <a:r>
              <a:rPr lang="en-US" b="false" i="false" strike="noStrike" u="none" sz="160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，信誉分上升。</a:t>
            </a:r>
            <a:endParaRPr lang="en-US" sz="1100"/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每一步链上交易均可在</a:t>
            </a:r>
            <a:r>
              <a:rPr lang="en-US" b="false" i="false" strike="noStrike" u="none" sz="16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scan.bohr.life / scan.botchain.ai </a:t>
            </a:r>
            <a:r>
              <a:rPr lang="en-US" b="false" i="false" strike="noStrike" u="none" sz="160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核验。</a:t>
            </a:r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868680" y="6473952"/>
            <a:ext cx="8092440" cy="2377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江城信约</a:t>
            </a:r>
            <a:r>
              <a:rPr lang="en-US" b="true" i="false" strike="noStrike" u="none" sz="1200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  05 / 11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ECEBE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493776" y="365760"/>
            <a:ext cx="11201400" cy="603504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877824" y="740664"/>
            <a:ext cx="10378440" cy="62179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30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争议与罚没分支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896112" y="1435608"/>
            <a:ext cx="10195560" cy="6309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700">
                <a:solidFill>
                  <a:srgbClr val="536675"/>
                </a:solidFill>
                <a:latin typeface="Songti SC"/>
                <a:ea typeface="Songti SC"/>
                <a:cs typeface="Songti SC"/>
                <a:sym typeface="Songti SC"/>
              </a:rPr>
              <a:t>发布者拒收</a:t>
            </a:r>
            <a:r>
              <a:rPr lang="en-US" b="false" i="false" strike="noStrike" u="none" sz="1700">
                <a:solidFill>
                  <a:srgbClr val="536675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→ </a:t>
            </a:r>
            <a:r>
              <a:rPr lang="en-US" b="false" i="false" strike="noStrike" u="none" sz="1700">
                <a:solidFill>
                  <a:srgbClr val="536675"/>
                </a:solidFill>
                <a:latin typeface="Songti SC"/>
                <a:ea typeface="Songti SC"/>
                <a:cs typeface="Songti SC"/>
                <a:sym typeface="Songti SC"/>
              </a:rPr>
              <a:t>仲裁裁决：退款</a:t>
            </a:r>
            <a:r>
              <a:rPr lang="en-US" b="false" i="false" strike="noStrike" u="none" sz="1700">
                <a:solidFill>
                  <a:srgbClr val="536675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</a:t>
            </a:r>
            <a:r>
              <a:rPr lang="en-US" b="false" i="false" strike="noStrike" u="none" sz="1700">
                <a:solidFill>
                  <a:srgbClr val="536675"/>
                </a:solidFill>
                <a:latin typeface="Songti SC"/>
                <a:ea typeface="Songti SC"/>
                <a:cs typeface="Songti SC"/>
                <a:sym typeface="Songti SC"/>
              </a:rPr>
              <a:t>或</a:t>
            </a:r>
            <a:r>
              <a:rPr lang="en-US" b="false" i="false" strike="noStrike" u="none" sz="1700">
                <a:solidFill>
                  <a:srgbClr val="536675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</a:t>
            </a:r>
            <a:r>
              <a:rPr lang="en-US" b="false" i="false" strike="noStrike" u="none" sz="1700">
                <a:solidFill>
                  <a:srgbClr val="536675"/>
                </a:solidFill>
                <a:latin typeface="Songti SC"/>
                <a:ea typeface="Songti SC"/>
                <a:cs typeface="Songti SC"/>
                <a:sym typeface="Songti SC"/>
              </a:rPr>
              <a:t>罚没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14400" y="2468880"/>
            <a:ext cx="2377440" cy="1371600"/>
          </a:xfrm>
          <a:prstGeom prst="roundRect">
            <a:avLst>
              <a:gd name="adj" fmla="val 16667"/>
            </a:avLst>
          </a:prstGeom>
          <a:solidFill>
            <a:srgbClr val="F7E9E3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60704" y="2596896"/>
            <a:ext cx="210312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01 reject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60704" y="2971800"/>
            <a:ext cx="210312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进入</a:t>
            </a:r>
            <a:r>
              <a:rPr lang="en-US" b="true" i="false" strike="noStrike" u="none" sz="1700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Disputed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060704" y="3364992"/>
            <a:ext cx="210312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25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赏金冻结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429000" y="3182112"/>
            <a:ext cx="256032" cy="16459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45E87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749039" y="2468880"/>
            <a:ext cx="2377440" cy="1371600"/>
          </a:xfrm>
          <a:prstGeom prst="roundRect">
            <a:avLst>
              <a:gd name="adj" fmla="val 16667"/>
            </a:avLst>
          </a:prstGeom>
          <a:solidFill>
            <a:srgbClr val="F7E9E3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3895344" y="2596896"/>
            <a:ext cx="210312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02 </a:t>
            </a:r>
            <a:r>
              <a:rPr lang="en-US" b="true" i="false" strike="noStrike" u="none" sz="1500">
                <a:solidFill>
                  <a:srgbClr val="245E87"/>
                </a:solidFill>
                <a:latin typeface="Noto Sans SC"/>
                <a:ea typeface="Noto Sans SC"/>
                <a:cs typeface="Noto Sans SC"/>
                <a:sym typeface="Noto Sans SC"/>
              </a:rPr>
              <a:t>仲裁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3895344" y="2971800"/>
            <a:ext cx="210312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resolveRefund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3895344" y="3364992"/>
            <a:ext cx="210312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25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退款给发布者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263640" y="3182112"/>
            <a:ext cx="256032" cy="16459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45E87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583680" y="2468880"/>
            <a:ext cx="2377440" cy="1371600"/>
          </a:xfrm>
          <a:prstGeom prst="roundRect">
            <a:avLst>
              <a:gd name="adj" fmla="val 16667"/>
            </a:avLst>
          </a:prstGeom>
          <a:solidFill>
            <a:srgbClr val="F7E9E3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6729984" y="2596896"/>
            <a:ext cx="210312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03 slash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729984" y="2971800"/>
            <a:ext cx="210312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罚没</a:t>
            </a:r>
            <a:r>
              <a:rPr lang="en-US" b="true" i="false" strike="noStrike" u="none" sz="1700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Agent </a:t>
            </a:r>
            <a:r>
              <a:rPr lang="en-US" b="true" i="false" strike="noStrike" u="none" sz="17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质押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6729984" y="3364992"/>
            <a:ext cx="210312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25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差评</a:t>
            </a:r>
            <a:r>
              <a:rPr lang="en-US" b="false" i="false" strike="noStrike" u="none" sz="125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+1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914400" y="4297680"/>
            <a:ext cx="10241280" cy="10972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替代路径</a:t>
            </a:r>
            <a:r>
              <a:rPr lang="en-US" b="false" i="false" strike="noStrike" u="none" sz="16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resolveRelease</a:t>
            </a:r>
            <a:r>
              <a:rPr lang="en-US" b="false" i="false" strike="noStrike" u="none" sz="160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：判定交付合格</a:t>
            </a:r>
            <a:r>
              <a:rPr lang="en-US" b="false" i="false" strike="noStrike" u="none" sz="16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→ </a:t>
            </a:r>
            <a:r>
              <a:rPr lang="en-US" b="false" i="false" strike="noStrike" u="none" sz="160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放款</a:t>
            </a:r>
            <a:r>
              <a:rPr lang="en-US" b="false" i="false" strike="noStrike" u="none" sz="16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Agent + </a:t>
            </a:r>
            <a:r>
              <a:rPr lang="en-US" b="false" i="false" strike="noStrike" u="none" sz="160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好评。</a:t>
            </a:r>
            <a:endParaRPr lang="en-US" sz="1100"/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MVP </a:t>
            </a:r>
            <a:r>
              <a:rPr lang="en-US" b="false" i="false" strike="noStrike" u="none" sz="160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治理：</a:t>
            </a:r>
            <a:r>
              <a:rPr lang="en-US" b="false" i="false" strike="noStrike" u="none" sz="16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owner=</a:t>
            </a:r>
            <a:r>
              <a:rPr lang="en-US" b="false" i="false" strike="noStrike" u="none" sz="160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部署者</a:t>
            </a:r>
            <a:r>
              <a:rPr lang="en-US" b="false" i="false" strike="noStrike" u="none" sz="16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=</a:t>
            </a:r>
            <a:r>
              <a:rPr lang="en-US" b="false" i="false" strike="noStrike" u="none" sz="160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默认仲裁人，</a:t>
            </a:r>
            <a:r>
              <a:rPr lang="en-US" b="false" i="false" strike="noStrike" u="none" sz="16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setArbitrator </a:t>
            </a:r>
            <a:r>
              <a:rPr lang="en-US" b="false" i="false" strike="noStrike" u="none" sz="160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可移交。</a:t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罚没质押进入国库，作恶成本显性化。</a:t>
            </a:r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868680" y="6473952"/>
            <a:ext cx="8092440" cy="2377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江城信约</a:t>
            </a:r>
            <a:r>
              <a:rPr lang="en-US" b="true" i="false" strike="noStrike" u="none" sz="1200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  06 / 11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ECEBE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493776" y="365760"/>
            <a:ext cx="11201400" cy="603504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877824" y="740664"/>
            <a:ext cx="10378440" cy="62179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30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技术要点与安全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896112" y="1435608"/>
            <a:ext cx="10195560" cy="6309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700">
                <a:solidFill>
                  <a:srgbClr val="536675"/>
                </a:solidFill>
                <a:latin typeface="Songti SC"/>
                <a:ea typeface="Songti SC"/>
                <a:cs typeface="Songti SC"/>
                <a:sym typeface="Songti SC"/>
              </a:rPr>
              <a:t>标准</a:t>
            </a:r>
            <a:r>
              <a:rPr lang="en-US" b="false" i="false" strike="noStrike" u="none" sz="1700">
                <a:solidFill>
                  <a:srgbClr val="536675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EVM / Solidity 0.8.24 / OpenZeppelin v5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14400" y="2377440"/>
            <a:ext cx="4754880" cy="1325880"/>
          </a:xfrm>
          <a:prstGeom prst="roundRect">
            <a:avLst>
              <a:gd name="adj" fmla="val 16667"/>
            </a:avLst>
          </a:prstGeom>
          <a:solidFill>
            <a:srgbClr val="E3EEE7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60704" y="2505456"/>
            <a:ext cx="448056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245E87"/>
                </a:solidFill>
                <a:latin typeface="Noto Sans SC"/>
                <a:ea typeface="Noto Sans SC"/>
                <a:cs typeface="Noto Sans SC"/>
                <a:sym typeface="Noto Sans SC"/>
              </a:rPr>
              <a:t>✓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60704" y="2880360"/>
            <a:ext cx="448056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重入保护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060704" y="3273552"/>
            <a:ext cx="448056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25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ReentrancyGuard </a:t>
            </a:r>
            <a:r>
              <a:rPr lang="en-US" b="false" i="false" strike="noStrike" u="none" sz="125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覆盖所有放款</a:t>
            </a:r>
            <a:r>
              <a:rPr lang="en-US" b="false" i="false" strike="noStrike" u="none" sz="125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/</a:t>
            </a:r>
            <a:r>
              <a:rPr lang="en-US" b="false" i="false" strike="noStrike" u="none" sz="125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退款</a:t>
            </a:r>
            <a:r>
              <a:rPr lang="en-US" b="false" i="false" strike="noStrike" u="none" sz="125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/</a:t>
            </a:r>
            <a:r>
              <a:rPr lang="en-US" b="false" i="false" strike="noStrike" u="none" sz="125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罚没路径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126480" y="2377440"/>
            <a:ext cx="4754880" cy="1325880"/>
          </a:xfrm>
          <a:prstGeom prst="roundRect">
            <a:avLst>
              <a:gd name="adj" fmla="val 16667"/>
            </a:avLst>
          </a:prstGeom>
          <a:solidFill>
            <a:srgbClr val="E3EEE7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6272784" y="2505456"/>
            <a:ext cx="448056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245E87"/>
                </a:solidFill>
                <a:latin typeface="Noto Sans SC"/>
                <a:ea typeface="Noto Sans SC"/>
                <a:cs typeface="Noto Sans SC"/>
                <a:sym typeface="Noto Sans SC"/>
              </a:rPr>
              <a:t>✓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6272784" y="2880360"/>
            <a:ext cx="448056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访问控制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6272784" y="3273552"/>
            <a:ext cx="448056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25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Ownable2Step</a:t>
            </a:r>
            <a:r>
              <a:rPr lang="en-US" b="false" i="false" strike="noStrike" u="none" sz="125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；</a:t>
            </a:r>
            <a:r>
              <a:rPr lang="en-US" b="false" i="false" strike="noStrike" u="none" sz="125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Escrow </a:t>
            </a:r>
            <a:r>
              <a:rPr lang="en-US" b="false" i="false" strike="noStrike" u="none" sz="125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唯一授权写信誉，</a:t>
            </a:r>
            <a:r>
              <a:rPr lang="en-US" b="false" i="false" strike="noStrike" u="none" sz="125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slash </a:t>
            </a:r>
            <a:r>
              <a:rPr lang="en-US" b="false" i="false" strike="noStrike" u="none" sz="125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限</a:t>
            </a:r>
            <a:r>
              <a:rPr lang="en-US" b="false" i="false" strike="noStrike" u="none" sz="125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owner/escrow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14400" y="4023360"/>
            <a:ext cx="4754880" cy="1325880"/>
          </a:xfrm>
          <a:prstGeom prst="roundRect">
            <a:avLst>
              <a:gd name="adj" fmla="val 16667"/>
            </a:avLst>
          </a:prstGeom>
          <a:solidFill>
            <a:srgbClr val="E3EEE7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060704" y="4151376"/>
            <a:ext cx="448056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245E87"/>
                </a:solidFill>
                <a:latin typeface="Noto Sans SC"/>
                <a:ea typeface="Noto Sans SC"/>
                <a:cs typeface="Noto Sans SC"/>
                <a:sym typeface="Noto Sans SC"/>
              </a:rPr>
              <a:t>✓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1060704" y="4526280"/>
            <a:ext cx="448056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检查</a:t>
            </a:r>
            <a:r>
              <a:rPr lang="en-US" b="true" i="false" strike="noStrike" u="none" sz="1700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-</a:t>
            </a:r>
            <a:r>
              <a:rPr lang="en-US" b="true" i="false" strike="noStrike" u="none" sz="17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生效</a:t>
            </a:r>
            <a:r>
              <a:rPr lang="en-US" b="true" i="false" strike="noStrike" u="none" sz="1700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-</a:t>
            </a:r>
            <a:r>
              <a:rPr lang="en-US" b="true" i="false" strike="noStrike" u="none" sz="17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交互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060704" y="4919472"/>
            <a:ext cx="448056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25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先改状态再转账，原生</a:t>
            </a:r>
            <a:r>
              <a:rPr lang="en-US" b="false" i="false" strike="noStrike" u="none" sz="125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BOT </a:t>
            </a:r>
            <a:r>
              <a:rPr lang="en-US" b="false" i="false" strike="noStrike" u="none" sz="125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低</a:t>
            </a:r>
            <a:r>
              <a:rPr lang="en-US" b="false" i="false" strike="noStrike" u="none" sz="125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-level call </a:t>
            </a:r>
            <a:r>
              <a:rPr lang="en-US" b="false" i="false" strike="noStrike" u="none" sz="125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校验成功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126480" y="4023360"/>
            <a:ext cx="4754880" cy="1325880"/>
          </a:xfrm>
          <a:prstGeom prst="roundRect">
            <a:avLst>
              <a:gd name="adj" fmla="val 16667"/>
            </a:avLst>
          </a:prstGeom>
          <a:solidFill>
            <a:srgbClr val="E3EEE7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6272784" y="4151376"/>
            <a:ext cx="448056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245E87"/>
                </a:solidFill>
                <a:latin typeface="Noto Sans SC"/>
                <a:ea typeface="Noto Sans SC"/>
                <a:cs typeface="Noto Sans SC"/>
                <a:sym typeface="Noto Sans SC"/>
              </a:rPr>
              <a:t>✓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6272784" y="4526280"/>
            <a:ext cx="448056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网络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6272784" y="4919472"/>
            <a:ext cx="448056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25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测试网</a:t>
            </a:r>
            <a:r>
              <a:rPr lang="en-US" b="false" i="false" strike="noStrike" u="none" sz="125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Bohr 968 (0x3C8) / </a:t>
            </a:r>
            <a:r>
              <a:rPr lang="en-US" b="false" i="false" strike="noStrike" u="none" sz="125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主网</a:t>
            </a:r>
            <a:r>
              <a:rPr lang="en-US" b="false" i="false" strike="noStrike" u="none" sz="125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677 (0x2A5)</a:t>
            </a:r>
            <a:r>
              <a:rPr lang="en-US" b="false" i="false" strike="noStrike" u="none" sz="125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，</a:t>
            </a:r>
            <a:r>
              <a:rPr lang="en-US" b="false" i="false" strike="noStrike" u="none" sz="125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RPC+env </a:t>
            </a:r>
            <a:r>
              <a:rPr lang="en-US" b="false" i="false" strike="noStrike" u="none" sz="125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注入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914400" y="5806440"/>
            <a:ext cx="1024128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245E87"/>
                </a:solidFill>
                <a:latin typeface="Songti SC"/>
                <a:ea typeface="Songti SC"/>
                <a:cs typeface="Songti SC"/>
                <a:sym typeface="Songti SC"/>
              </a:rPr>
              <a:t>前端</a:t>
            </a:r>
            <a:r>
              <a:rPr lang="en-US" b="true" i="false" strike="noStrike" u="none" sz="1500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React19 + Vite + ethers v6</a:t>
            </a:r>
            <a:r>
              <a:rPr lang="en-US" b="true" i="false" strike="noStrike" u="none" sz="1500">
                <a:solidFill>
                  <a:srgbClr val="245E87"/>
                </a:solidFill>
                <a:latin typeface="Songti SC"/>
                <a:ea typeface="Songti SC"/>
                <a:cs typeface="Songti SC"/>
                <a:sym typeface="Songti SC"/>
              </a:rPr>
              <a:t>，液态玻璃</a:t>
            </a:r>
            <a:r>
              <a:rPr lang="en-US" b="true" i="false" strike="noStrike" u="none" sz="1500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UI</a:t>
            </a:r>
            <a:r>
              <a:rPr lang="en-US" b="true" i="false" strike="noStrike" u="none" sz="1500">
                <a:solidFill>
                  <a:srgbClr val="245E87"/>
                </a:solidFill>
                <a:latin typeface="Songti SC"/>
                <a:ea typeface="Songti SC"/>
                <a:cs typeface="Songti SC"/>
                <a:sym typeface="Songti SC"/>
              </a:rPr>
              <a:t>，</a:t>
            </a:r>
            <a:r>
              <a:rPr lang="en-US" b="true" i="false" strike="noStrike" u="none" sz="1500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window.ethereum </a:t>
            </a:r>
            <a:r>
              <a:rPr lang="en-US" b="true" i="false" strike="noStrike" u="none" sz="1500">
                <a:solidFill>
                  <a:srgbClr val="245E87"/>
                </a:solidFill>
                <a:latin typeface="Songti SC"/>
                <a:ea typeface="Songti SC"/>
                <a:cs typeface="Songti SC"/>
                <a:sym typeface="Songti SC"/>
              </a:rPr>
              <a:t>连接钱包并自动加链。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868680" y="6473952"/>
            <a:ext cx="8092440" cy="2377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江城信约</a:t>
            </a:r>
            <a:r>
              <a:rPr lang="en-US" b="true" i="false" strike="noStrike" u="none" sz="1200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  07 / 11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ECEBE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493776" y="365760"/>
            <a:ext cx="11201400" cy="603504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877824" y="740664"/>
            <a:ext cx="10378440" cy="62179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30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三城协同</a:t>
            </a:r>
            <a:r>
              <a:rPr lang="en-US" b="true" i="false" strike="noStrike" u="none" sz="3000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· </a:t>
            </a:r>
            <a:r>
              <a:rPr lang="en-US" b="true" i="false" strike="noStrike" u="none" sz="30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故事线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896112" y="1435608"/>
            <a:ext cx="10195560" cy="6309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700">
                <a:solidFill>
                  <a:srgbClr val="536675"/>
                </a:solidFill>
                <a:latin typeface="Songti SC"/>
                <a:ea typeface="Songti SC"/>
                <a:cs typeface="Songti SC"/>
                <a:sym typeface="Songti SC"/>
              </a:rPr>
              <a:t>江城信约在中间：托管</a:t>
            </a:r>
            <a:r>
              <a:rPr lang="en-US" b="false" i="false" strike="noStrike" u="none" sz="1700">
                <a:solidFill>
                  <a:srgbClr val="536675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→ </a:t>
            </a:r>
            <a:r>
              <a:rPr lang="en-US" b="false" i="false" strike="noStrike" u="none" sz="1700">
                <a:solidFill>
                  <a:srgbClr val="536675"/>
                </a:solidFill>
                <a:latin typeface="Songti SC"/>
                <a:ea typeface="Songti SC"/>
                <a:cs typeface="Songti SC"/>
                <a:sym typeface="Songti SC"/>
              </a:rPr>
              <a:t>验收</a:t>
            </a:r>
            <a:r>
              <a:rPr lang="en-US" b="false" i="false" strike="noStrike" u="none" sz="1700">
                <a:solidFill>
                  <a:srgbClr val="536675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→ </a:t>
            </a:r>
            <a:r>
              <a:rPr lang="en-US" b="false" i="false" strike="noStrike" u="none" sz="1700">
                <a:solidFill>
                  <a:srgbClr val="536675"/>
                </a:solidFill>
                <a:latin typeface="Songti SC"/>
                <a:ea typeface="Songti SC"/>
                <a:cs typeface="Songti SC"/>
                <a:sym typeface="Songti SC"/>
              </a:rPr>
              <a:t>记账</a:t>
            </a:r>
            <a:r>
              <a:rPr lang="en-US" b="false" i="false" strike="noStrike" u="none" sz="1700">
                <a:solidFill>
                  <a:srgbClr val="536675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→ </a:t>
            </a:r>
            <a:r>
              <a:rPr lang="en-US" b="false" i="false" strike="noStrike" u="none" sz="1700">
                <a:solidFill>
                  <a:srgbClr val="536675"/>
                </a:solidFill>
                <a:latin typeface="Songti SC"/>
                <a:ea typeface="Songti SC"/>
                <a:cs typeface="Songti SC"/>
                <a:sym typeface="Songti SC"/>
              </a:rPr>
              <a:t>复盘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22960" y="2651760"/>
            <a:ext cx="2468880" cy="1554480"/>
          </a:xfrm>
          <a:prstGeom prst="roundRect">
            <a:avLst>
              <a:gd name="adj" fmla="val 16666"/>
            </a:avLst>
          </a:prstGeom>
          <a:solidFill>
            <a:srgbClr val="EAF2F7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969264" y="2779776"/>
            <a:ext cx="219456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1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969264" y="3154680"/>
            <a:ext cx="219456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江城信约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969264" y="3547872"/>
            <a:ext cx="219456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25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发任务托管</a:t>
            </a:r>
            <a:endParaRPr lang="en-US" sz="1100"/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25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质押</a:t>
            </a:r>
            <a:r>
              <a:rPr lang="en-US" b="false" i="false" strike="noStrike" u="none" sz="125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Agent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364991" y="3182112"/>
            <a:ext cx="256032" cy="16459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45E87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493008" y="2651760"/>
            <a:ext cx="2468880" cy="1554480"/>
          </a:xfrm>
          <a:prstGeom prst="roundRect">
            <a:avLst>
              <a:gd name="adj" fmla="val 16666"/>
            </a:avLst>
          </a:prstGeom>
          <a:solidFill>
            <a:srgbClr val="E9EEF5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3639312" y="2779776"/>
            <a:ext cx="219456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2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3639312" y="3154680"/>
            <a:ext cx="219456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江城验真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3639312" y="3547872"/>
            <a:ext cx="219456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25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用验真方法</a:t>
            </a:r>
            <a:endParaRPr lang="en-US" sz="1100"/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25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验收交付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035040" y="3182112"/>
            <a:ext cx="256032" cy="16459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45E87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163056" y="2651760"/>
            <a:ext cx="2468880" cy="1554480"/>
          </a:xfrm>
          <a:prstGeom prst="roundRect">
            <a:avLst>
              <a:gd name="adj" fmla="val 16666"/>
            </a:avLst>
          </a:prstGeom>
          <a:solidFill>
            <a:srgbClr val="EAF2F7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6309360" y="2779776"/>
            <a:ext cx="219456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3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309360" y="3154680"/>
            <a:ext cx="219456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江城信约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6309360" y="3547872"/>
            <a:ext cx="219456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25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放款记信誉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705088" y="3182112"/>
            <a:ext cx="256032" cy="16459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45E87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833104" y="2651760"/>
            <a:ext cx="2468880" cy="1554480"/>
          </a:xfrm>
          <a:prstGeom prst="roundRect">
            <a:avLst>
              <a:gd name="adj" fmla="val 16666"/>
            </a:avLst>
          </a:prstGeom>
          <a:solidFill>
            <a:srgbClr val="EEECF0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8979408" y="2779776"/>
            <a:ext cx="219456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4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8979408" y="3154680"/>
            <a:ext cx="219456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江城链察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8979408" y="3547872"/>
            <a:ext cx="219456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25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复盘链上交易</a:t>
            </a:r>
            <a:endParaRPr lang="en-US" sz="1100"/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914400" y="4754880"/>
            <a:ext cx="1024128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验真产出的验收判定，决定信约是放款好评还是拒收争议；链察对整笔托管交易做量化复盘。</a:t>
            </a:r>
            <a:endParaRPr lang="en-US" sz="1100"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868680" y="6473952"/>
            <a:ext cx="8092440" cy="2377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江城信约</a:t>
            </a:r>
            <a:r>
              <a:rPr lang="en-US" b="true" i="false" strike="noStrike" u="none" sz="1200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  08 / 11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ECEBE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493776" y="365760"/>
            <a:ext cx="11201400" cy="603504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877824" y="740664"/>
            <a:ext cx="10378440" cy="62179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30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测试与验证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896112" y="1435608"/>
            <a:ext cx="10195560" cy="6309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700">
                <a:solidFill>
                  <a:srgbClr val="536675"/>
                </a:solidFill>
                <a:latin typeface="Songti SC"/>
                <a:ea typeface="Songti SC"/>
                <a:cs typeface="Songti SC"/>
                <a:sym typeface="Songti SC"/>
              </a:rPr>
              <a:t>本地全流程已跑通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914400" y="2286000"/>
            <a:ext cx="502920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2B6D5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Hardhat </a:t>
            </a:r>
            <a:r>
              <a:rPr lang="en-US" b="true" i="false" strike="noStrike" u="none" sz="2000">
                <a:solidFill>
                  <a:srgbClr val="2B6D56"/>
                </a:solidFill>
                <a:latin typeface="Noto Sans SC"/>
                <a:ea typeface="Noto Sans SC"/>
                <a:cs typeface="Noto Sans SC"/>
                <a:sym typeface="Noto Sans SC"/>
              </a:rPr>
              <a:t>测试：</a:t>
            </a:r>
            <a:r>
              <a:rPr lang="en-US" b="true" i="false" strike="noStrike" u="none" sz="2000">
                <a:solidFill>
                  <a:srgbClr val="2B6D5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14 </a:t>
            </a:r>
            <a:r>
              <a:rPr lang="en-US" b="true" i="false" strike="noStrike" u="none" sz="2000">
                <a:solidFill>
                  <a:srgbClr val="2B6D56"/>
                </a:solidFill>
                <a:latin typeface="Noto Sans SC"/>
                <a:ea typeface="Noto Sans SC"/>
                <a:cs typeface="Noto Sans SC"/>
                <a:sym typeface="Noto Sans SC"/>
              </a:rPr>
              <a:t>项通过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914400" y="2834640"/>
            <a:ext cx="5029200" cy="2286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• </a:t>
            </a:r>
            <a:r>
              <a:rPr lang="en-US" b="false" i="false" strike="noStrike" u="none" sz="160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注册</a:t>
            </a:r>
            <a:r>
              <a:rPr lang="en-US" b="false" i="false" strike="noStrike" u="none" sz="16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/ </a:t>
            </a:r>
            <a:r>
              <a:rPr lang="en-US" b="false" i="false" strike="noStrike" u="none" sz="160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质押门槛</a:t>
            </a:r>
            <a:r>
              <a:rPr lang="en-US" b="false" i="false" strike="noStrike" u="none" sz="16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/ </a:t>
            </a:r>
            <a:r>
              <a:rPr lang="en-US" b="false" i="false" strike="noStrike" u="none" sz="160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重复注册</a:t>
            </a:r>
            <a:endParaRPr lang="en-US" sz="1100"/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• </a:t>
            </a:r>
            <a:r>
              <a:rPr lang="en-US" b="false" i="false" strike="noStrike" u="none" sz="160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建任务</a:t>
            </a:r>
            <a:r>
              <a:rPr lang="en-US" b="false" i="false" strike="noStrike" u="none" sz="16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/ </a:t>
            </a:r>
            <a:r>
              <a:rPr lang="en-US" b="false" i="false" strike="noStrike" u="none" sz="160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接单</a:t>
            </a:r>
            <a:r>
              <a:rPr lang="en-US" b="false" i="false" strike="noStrike" u="none" sz="16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/ </a:t>
            </a:r>
            <a:r>
              <a:rPr lang="en-US" b="false" i="false" strike="noStrike" u="none" sz="160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提交</a:t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• accept </a:t>
            </a:r>
            <a:r>
              <a:rPr lang="en-US" b="false" i="false" strike="noStrike" u="none" sz="160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放款</a:t>
            </a:r>
            <a:r>
              <a:rPr lang="en-US" b="false" i="false" strike="noStrike" u="none" sz="16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+ </a:t>
            </a:r>
            <a:r>
              <a:rPr lang="en-US" b="false" i="false" strike="noStrike" u="none" sz="160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好评</a:t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• reject → </a:t>
            </a:r>
            <a:r>
              <a:rPr lang="en-US" b="false" i="false" strike="noStrike" u="none" sz="160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争议</a:t>
            </a:r>
            <a:r>
              <a:rPr lang="en-US" b="false" i="false" strike="noStrike" u="none" sz="16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→ </a:t>
            </a:r>
            <a:r>
              <a:rPr lang="en-US" b="false" i="false" strike="noStrike" u="none" sz="160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退款</a:t>
            </a:r>
            <a:r>
              <a:rPr lang="en-US" b="false" i="false" strike="noStrike" u="none" sz="16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+ slash</a:t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• slash </a:t>
            </a:r>
            <a:r>
              <a:rPr lang="en-US" b="false" i="false" strike="noStrike" u="none" sz="160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国库</a:t>
            </a:r>
            <a:r>
              <a:rPr lang="en-US" b="false" i="false" strike="noStrike" u="none" sz="16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/ deregister </a:t>
            </a:r>
            <a:r>
              <a:rPr lang="en-US" b="false" i="false" strike="noStrike" u="none" sz="160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提回</a:t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• </a:t>
            </a:r>
            <a:r>
              <a:rPr lang="en-US" b="false" i="false" strike="noStrike" u="none" sz="160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信誉分随好差评变化</a:t>
            </a:r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6217920" y="2286000"/>
            <a:ext cx="502920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2B6D56"/>
                </a:solidFill>
                <a:latin typeface="Songti SC"/>
                <a:ea typeface="Songti SC"/>
                <a:cs typeface="Songti SC"/>
                <a:sym typeface="Songti SC"/>
              </a:rPr>
              <a:t>部署与演示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6217920" y="2834640"/>
            <a:ext cx="5029200" cy="2286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• npx hardhat compile </a:t>
            </a:r>
            <a:r>
              <a:rPr lang="en-US" b="false" i="false" strike="noStrike" u="none" sz="160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✅</a:t>
            </a:r>
            <a:endParaRPr lang="en-US" sz="1100"/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• </a:t>
            </a:r>
            <a:r>
              <a:rPr lang="en-US" b="false" i="false" strike="noStrike" u="none" sz="160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本地</a:t>
            </a:r>
            <a:r>
              <a:rPr lang="en-US" b="false" i="false" strike="noStrike" u="none" sz="16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node </a:t>
            </a:r>
            <a:r>
              <a:rPr lang="en-US" b="false" i="false" strike="noStrike" u="none" sz="160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部署</a:t>
            </a:r>
            <a:r>
              <a:rPr lang="en-US" b="false" i="false" strike="noStrike" u="none" sz="16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+ demo </a:t>
            </a:r>
            <a:r>
              <a:rPr lang="en-US" b="false" i="false" strike="noStrike" u="none" sz="160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脚本</a:t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• </a:t>
            </a:r>
            <a:r>
              <a:rPr lang="en-US" b="false" i="false" strike="noStrike" u="none" sz="160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每笔</a:t>
            </a:r>
            <a:r>
              <a:rPr lang="en-US" b="false" i="false" strike="noStrike" u="none" sz="16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tx </a:t>
            </a:r>
            <a:r>
              <a:rPr lang="en-US" b="false" i="false" strike="noStrike" u="none" sz="160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打印</a:t>
            </a:r>
            <a:r>
              <a:rPr lang="en-US" b="false" i="false" strike="noStrike" u="none" sz="16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scan </a:t>
            </a:r>
            <a:r>
              <a:rPr lang="en-US" b="false" i="false" strike="noStrike" u="none" sz="160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链接</a:t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• </a:t>
            </a:r>
            <a:r>
              <a:rPr lang="en-US" b="false" i="false" strike="noStrike" u="none" sz="160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测试网</a:t>
            </a:r>
            <a:r>
              <a:rPr lang="en-US" b="false" i="false" strike="noStrike" u="none" sz="16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bohr / </a:t>
            </a:r>
            <a:r>
              <a:rPr lang="en-US" b="false" i="false" strike="noStrike" u="none" sz="160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主网</a:t>
            </a:r>
            <a:r>
              <a:rPr lang="en-US" b="false" i="false" strike="noStrike" u="none" sz="16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botchain</a:t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• </a:t>
            </a:r>
            <a:r>
              <a:rPr lang="en-US" b="false" i="false" strike="noStrike" u="none" sz="160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前端</a:t>
            </a:r>
            <a:r>
              <a:rPr lang="en-US" b="false" i="false" strike="noStrike" u="none" sz="16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typecheck + build </a:t>
            </a:r>
            <a:r>
              <a:rPr lang="en-US" b="false" i="false" strike="noStrike" u="none" sz="160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✅</a:t>
            </a:r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914400" y="5486400"/>
            <a:ext cx="1024128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245E87"/>
                </a:solidFill>
                <a:latin typeface="Songti SC"/>
                <a:ea typeface="Songti SC"/>
                <a:cs typeface="Songti SC"/>
                <a:sym typeface="Songti SC"/>
              </a:rPr>
              <a:t>可核验链接样式：</a:t>
            </a:r>
            <a:r>
              <a:rPr lang="en-US" b="true" i="false" strike="noStrike" u="none" sz="1500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https://scan.bohr.life/tx/0x… </a:t>
            </a:r>
            <a:r>
              <a:rPr lang="en-US" b="true" i="false" strike="noStrike" u="none" sz="1500">
                <a:solidFill>
                  <a:srgbClr val="245E87"/>
                </a:solidFill>
                <a:latin typeface="Songti SC"/>
                <a:ea typeface="Songti SC"/>
                <a:cs typeface="Songti SC"/>
                <a:sym typeface="Songti SC"/>
              </a:rPr>
              <a:t>与</a:t>
            </a:r>
            <a:r>
              <a:rPr lang="en-US" b="true" i="false" strike="noStrike" u="none" sz="1500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/address/0x…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868680" y="6473952"/>
            <a:ext cx="8092440" cy="2377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江城信约</a:t>
            </a:r>
            <a:r>
              <a:rPr lang="en-US" b="true" i="false" strike="noStrike" u="none" sz="1200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  09 / 11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ECEBE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493776" y="365760"/>
            <a:ext cx="11201400" cy="603504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877824" y="740664"/>
            <a:ext cx="10378440" cy="62179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30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当前状态与后续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896112" y="1435608"/>
            <a:ext cx="10195560" cy="6309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700">
                <a:solidFill>
                  <a:srgbClr val="536675"/>
                </a:solidFill>
                <a:latin typeface="Songti SC"/>
                <a:ea typeface="Songti SC"/>
                <a:cs typeface="Songti SC"/>
                <a:sym typeface="Songti SC"/>
              </a:rPr>
              <a:t>本地完成，待用户测试网账号发链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14400" y="2377440"/>
            <a:ext cx="3291840" cy="1463040"/>
          </a:xfrm>
          <a:prstGeom prst="roundRect">
            <a:avLst>
              <a:gd name="adj" fmla="val 16667"/>
            </a:avLst>
          </a:prstGeom>
          <a:solidFill>
            <a:srgbClr val="EAF2F7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60704" y="2505456"/>
            <a:ext cx="301752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245E87"/>
                </a:solidFill>
                <a:latin typeface="Noto Sans SC"/>
                <a:ea typeface="Noto Sans SC"/>
                <a:cs typeface="Noto Sans SC"/>
                <a:sym typeface="Noto Sans SC"/>
              </a:rPr>
              <a:t>✅</a:t>
            </a:r>
            <a:r>
              <a:rPr lang="en-US" b="true" i="false" strike="noStrike" u="none" sz="1500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</a:t>
            </a:r>
            <a:r>
              <a:rPr lang="en-US" b="true" i="false" strike="noStrike" u="none" sz="1500">
                <a:solidFill>
                  <a:srgbClr val="245E87"/>
                </a:solidFill>
                <a:latin typeface="Noto Sans SC"/>
                <a:ea typeface="Noto Sans SC"/>
                <a:cs typeface="Noto Sans SC"/>
                <a:sym typeface="Noto Sans SC"/>
              </a:rPr>
              <a:t>已完成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60704" y="2880360"/>
            <a:ext cx="301752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合约</a:t>
            </a:r>
            <a:r>
              <a:rPr lang="en-US" b="true" i="false" strike="noStrike" u="none" sz="1700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+ 14 </a:t>
            </a:r>
            <a:r>
              <a:rPr lang="en-US" b="true" i="false" strike="noStrike" u="none" sz="17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测试</a:t>
            </a:r>
            <a:r>
              <a:rPr lang="en-US" b="true" i="false" strike="noStrike" u="none" sz="1700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+ </a:t>
            </a:r>
            <a:r>
              <a:rPr lang="en-US" b="true" i="false" strike="noStrike" u="none" sz="17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前端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060704" y="3273552"/>
            <a:ext cx="301752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25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编译</a:t>
            </a:r>
            <a:r>
              <a:rPr lang="en-US" b="false" i="false" strike="noStrike" u="none" sz="125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/</a:t>
            </a:r>
            <a:r>
              <a:rPr lang="en-US" b="false" i="false" strike="noStrike" u="none" sz="125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测试</a:t>
            </a:r>
            <a:r>
              <a:rPr lang="en-US" b="false" i="false" strike="noStrike" u="none" sz="125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/build </a:t>
            </a:r>
            <a:r>
              <a:rPr lang="en-US" b="false" i="false" strike="noStrike" u="none" sz="125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全绿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80560" y="2377440"/>
            <a:ext cx="3291840" cy="1463040"/>
          </a:xfrm>
          <a:prstGeom prst="roundRect">
            <a:avLst>
              <a:gd name="adj" fmla="val 16667"/>
            </a:avLst>
          </a:prstGeom>
          <a:solidFill>
            <a:srgbClr val="F7E9E3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4626864" y="2505456"/>
            <a:ext cx="301752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⏳ </a:t>
            </a:r>
            <a:r>
              <a:rPr lang="en-US" b="true" i="false" strike="noStrike" u="none" sz="1500">
                <a:solidFill>
                  <a:srgbClr val="245E87"/>
                </a:solidFill>
                <a:latin typeface="Noto Sans SC"/>
                <a:ea typeface="Noto Sans SC"/>
                <a:cs typeface="Noto Sans SC"/>
                <a:sym typeface="Noto Sans SC"/>
              </a:rPr>
              <a:t>进行中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626864" y="2880360"/>
            <a:ext cx="301752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测试网</a:t>
            </a:r>
            <a:r>
              <a:rPr lang="en-US" b="true" i="false" strike="noStrike" u="none" sz="1700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Bohr 968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4626864" y="3273552"/>
            <a:ext cx="301752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25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领币</a:t>
            </a:r>
            <a:r>
              <a:rPr lang="en-US" b="false" i="false" strike="noStrike" u="none" sz="125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→</a:t>
            </a:r>
            <a:r>
              <a:rPr lang="en-US" b="false" i="false" strike="noStrike" u="none" sz="125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部署</a:t>
            </a:r>
            <a:r>
              <a:rPr lang="en-US" b="false" i="false" strike="noStrike" u="none" sz="125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→demo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046720" y="2377440"/>
            <a:ext cx="3291840" cy="1463040"/>
          </a:xfrm>
          <a:prstGeom prst="roundRect">
            <a:avLst>
              <a:gd name="adj" fmla="val 16667"/>
            </a:avLst>
          </a:prstGeom>
          <a:solidFill>
            <a:srgbClr val="EAF2F7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8193024" y="2505456"/>
            <a:ext cx="301752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245E87"/>
                </a:solidFill>
                <a:latin typeface="Noto Sans SC"/>
                <a:ea typeface="Noto Sans SC"/>
                <a:cs typeface="Noto Sans SC"/>
                <a:sym typeface="Noto Sans SC"/>
              </a:rPr>
              <a:t>➡</a:t>
            </a:r>
            <a:r>
              <a:rPr lang="en-US" b="true" i="false" strike="noStrike" u="none" sz="1500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</a:t>
            </a:r>
            <a:r>
              <a:rPr lang="en-US" b="true" i="false" strike="noStrike" u="none" sz="1500">
                <a:solidFill>
                  <a:srgbClr val="245E87"/>
                </a:solidFill>
                <a:latin typeface="Noto Sans SC"/>
                <a:ea typeface="Noto Sans SC"/>
                <a:cs typeface="Noto Sans SC"/>
                <a:sym typeface="Noto Sans SC"/>
              </a:rPr>
              <a:t>后续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8193024" y="2880360"/>
            <a:ext cx="301752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主网</a:t>
            </a:r>
            <a:r>
              <a:rPr lang="en-US" b="true" i="false" strike="noStrike" u="none" sz="1700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677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8193024" y="3273552"/>
            <a:ext cx="301752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25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Gas </a:t>
            </a:r>
            <a:r>
              <a:rPr lang="en-US" b="false" i="false" strike="noStrike" u="none" sz="125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申请</a:t>
            </a:r>
            <a:r>
              <a:rPr lang="en-US" b="false" i="false" strike="noStrike" u="none" sz="125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1 BOT </a:t>
            </a:r>
            <a:r>
              <a:rPr lang="en-US" b="false" i="false" strike="noStrike" u="none" sz="125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后部署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914400" y="4297680"/>
            <a:ext cx="10241280" cy="12801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待补：①</a:t>
            </a:r>
            <a:r>
              <a:rPr lang="en-US" b="false" i="false" strike="noStrike" u="none" sz="16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</a:t>
            </a:r>
            <a:r>
              <a:rPr lang="en-US" b="false" i="false" strike="noStrike" u="none" sz="160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钱包连接后真实发链；②</a:t>
            </a:r>
            <a:r>
              <a:rPr lang="en-US" b="false" i="false" strike="noStrike" u="none" sz="16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</a:t>
            </a:r>
            <a:r>
              <a:rPr lang="en-US" b="false" i="false" strike="noStrike" u="none" sz="160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公开</a:t>
            </a:r>
            <a:r>
              <a:rPr lang="en-US" b="false" i="false" strike="noStrike" u="none" sz="16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Demo URL</a:t>
            </a:r>
            <a:r>
              <a:rPr lang="en-US" b="false" i="false" strike="noStrike" u="none" sz="160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（申请表第②栏）；</a:t>
            </a:r>
            <a:endParaRPr lang="en-US" sz="1100"/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③</a:t>
            </a:r>
            <a:r>
              <a:rPr lang="en-US" b="false" i="false" strike="noStrike" u="none" sz="16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</a:t>
            </a:r>
            <a:r>
              <a:rPr lang="en-US" b="false" i="false" strike="noStrike" u="none" sz="160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测试网合约</a:t>
            </a:r>
            <a:r>
              <a:rPr lang="en-US" b="false" i="false" strike="noStrike" u="none" sz="16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/</a:t>
            </a:r>
            <a:r>
              <a:rPr lang="en-US" b="false" i="false" strike="noStrike" u="none" sz="160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交易链接（第③栏）；④</a:t>
            </a:r>
            <a:r>
              <a:rPr lang="en-US" b="false" i="false" strike="noStrike" u="none" sz="16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</a:t>
            </a:r>
            <a:r>
              <a:rPr lang="en-US" b="false" i="false" strike="noStrike" u="none" sz="160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主网地址与交易记录。</a:t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Gas </a:t>
            </a:r>
            <a:r>
              <a:rPr lang="en-US" b="false" i="false" strike="noStrike" u="none" sz="1600">
                <a:solidFill>
                  <a:srgbClr val="3C4F5D"/>
                </a:solidFill>
                <a:latin typeface="Noto Sans SC"/>
                <a:ea typeface="Noto Sans SC"/>
                <a:cs typeface="Noto Sans SC"/>
                <a:sym typeface="Noto Sans SC"/>
              </a:rPr>
              <a:t>申请表：</a:t>
            </a:r>
            <a:r>
              <a:rPr lang="en-US" b="false" i="false" strike="noStrike" u="none" sz="16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https://forms.gle/7WJNKfcyJLQ4vujt7</a:t>
            </a:r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868680" y="6473952"/>
            <a:ext cx="8092440" cy="2377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江城信约</a:t>
            </a:r>
            <a:r>
              <a:rPr lang="en-US" b="true" i="false" strike="noStrike" u="none" sz="1200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  10 / 11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BE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493776" y="365760"/>
            <a:ext cx="11201400" cy="603504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877824" y="2377440"/>
            <a:ext cx="10515600" cy="10972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34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江城信约</a:t>
            </a:r>
            <a:r>
              <a:rPr lang="en-US" b="true" i="false" strike="noStrike" u="none" sz="3400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· </a:t>
            </a:r>
            <a:r>
              <a:rPr lang="en-US" b="true" i="false" strike="noStrike" u="none" sz="34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让</a:t>
            </a:r>
            <a:r>
              <a:rPr lang="en-US" b="true" i="false" strike="noStrike" u="none" sz="3400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Agent </a:t>
            </a:r>
            <a:r>
              <a:rPr lang="en-US" b="true" i="false" strike="noStrike" u="none" sz="34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交易可托管、可评分、可罚没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914400" y="3657600"/>
            <a:ext cx="10058400" cy="7315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AgentEscrow on BOT Chain · EVM L1 · </a:t>
            </a:r>
            <a:r>
              <a:rPr lang="en-US" b="true" i="false" strike="noStrike" u="none" sz="2000">
                <a:solidFill>
                  <a:srgbClr val="245E87"/>
                </a:solidFill>
                <a:latin typeface="Noto Sans SC"/>
                <a:ea typeface="Noto Sans SC"/>
                <a:cs typeface="Noto Sans SC"/>
                <a:sym typeface="Noto Sans SC"/>
              </a:rPr>
              <a:t>原生</a:t>
            </a:r>
            <a:r>
              <a:rPr lang="en-US" b="true" i="false" strike="noStrike" u="none" sz="2000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BOT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914400" y="4572000"/>
            <a:ext cx="1005840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谢谢聆听</a:t>
            </a:r>
            <a:r>
              <a:rPr lang="en-US" b="false" i="false" strike="noStrike" u="none" sz="18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· </a:t>
            </a:r>
            <a:r>
              <a:rPr lang="en-US" b="false" i="false" strike="noStrike" u="none" sz="1800">
                <a:solidFill>
                  <a:srgbClr val="3C4F5D"/>
                </a:solidFill>
                <a:latin typeface="Songti SC"/>
                <a:ea typeface="Songti SC"/>
                <a:cs typeface="Songti SC"/>
                <a:sym typeface="Songti SC"/>
              </a:rPr>
              <a:t>AI终身合伙人 · 陈敏鸿、秦斌、黄焱豪、邵凡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868680" y="6473952"/>
            <a:ext cx="8092440" cy="2377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江城信约</a:t>
            </a:r>
            <a:r>
              <a:rPr lang="en-US" b="true" i="false" strike="noStrike" u="none" sz="1200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   11 / 11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