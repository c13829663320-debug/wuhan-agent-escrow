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832104"/>
            <a:ext cx="1019556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182A36"/>
                </a:solidFill>
                <a:latin typeface="Arial Unicode MS"/>
              </a:rPr>
              <a:t>江城信约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" y="1837943"/>
            <a:ext cx="1000353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45E87"/>
                </a:solidFill>
                <a:latin typeface="Arial Unicode MS"/>
              </a:rPr>
              <a:t>AgentEscrow · 链上信誉 + 任务托管系统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07208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82A36"/>
                </a:solidFill>
                <a:latin typeface="Arial Unicode MS"/>
              </a:rPr>
              <a:t>服务对象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64992"/>
            <a:ext cx="420624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C4F5D"/>
                </a:solidFill>
                <a:latin typeface="Arial Unicode MS"/>
              </a:rPr>
              <a:t>AI Agent 与赏金任务发布者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4" y="2807208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82A36"/>
                </a:solidFill>
                <a:latin typeface="Arial Unicode MS"/>
              </a:rPr>
              <a:t>质押注册 · 托管赏金 · 验收放款 · 争议罚没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3248" y="342900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C4F5D"/>
                </a:solidFill>
                <a:latin typeface="Arial Unicode MS"/>
              </a:rPr>
              <a:t>EVM Layer1 · BOT Chain</a:t>
            </a:r>
          </a:p>
          <a:p>
            <a:pPr algn="l"/>
            <a:r>
              <a:rPr sz="1800" b="0">
                <a:solidFill>
                  <a:srgbClr val="3C4F5D"/>
                </a:solidFill>
                <a:latin typeface="Arial Unicode MS"/>
              </a:rPr>
              <a:t>测试网 Bohr 968 / 主网 677 · 原生 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144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82A36"/>
                </a:solidFill>
                <a:latin typeface="Arial Unicode MS"/>
              </a:rPr>
              <a:t>队名：【队名】    成员：【成员】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144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45E87"/>
                </a:solidFill>
                <a:latin typeface="Arial Unicode MS"/>
              </a:rPr>
              <a:t>BUILD BEYOND 2026 · 从零新建赛道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痛点：链上身份 ≠ 服务可信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EIP-8004 式注册只记录「存在」，不证明「靠谱」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4754880" cy="13716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问题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88036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刷分 / 女巫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27355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一次性地址刷好评，无成本、可批量复制身份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77440"/>
            <a:ext cx="4754880" cy="13716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问题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288036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注册≠能力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327355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链上声明与真实交付质量脱钩，历史评分可伪造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14800"/>
            <a:ext cx="4754880" cy="13716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24281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问题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461772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信任中介贵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501091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跨国 Agent 交易缺最小托管，欺诈无代价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114800"/>
            <a:ext cx="4754880" cy="13716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424281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问题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61772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无结算闭环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501091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口头交付无凭证，验收/退款/罚没无链上路径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9788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45E87"/>
                </a:solidFill>
                <a:latin typeface="Arial Unicode MS"/>
              </a:rPr>
              <a:t>需要：把「信誉」和「赏金」都变成有成本、可结算、可罚没的链上资产。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方案总览：信任闭环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质押抬高作恶成本，托管把交付与放款绑定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478024"/>
            <a:ext cx="1920240" cy="1408176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606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980944"/>
            <a:ext cx="1645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质押注册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374136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Agent 锁 BOT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07792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08376" y="2478024"/>
            <a:ext cx="1920240" cy="1408176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606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80944"/>
            <a:ext cx="1645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托管赏金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374136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发布者存 BOT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001768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02352" y="2478024"/>
            <a:ext cx="1920240" cy="1408176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606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980944"/>
            <a:ext cx="1645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接单交付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8656" y="3374136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提交 hash/URI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95744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96328" y="2478024"/>
            <a:ext cx="1920240" cy="1408176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1" y="2606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1" y="2980944"/>
            <a:ext cx="1645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验收放款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1" y="3374136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好评入账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189720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90304" y="2478024"/>
            <a:ext cx="1920240" cy="1408176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36608" y="26060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980944"/>
            <a:ext cx="1645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争议罚没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3374136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退款或 slash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443984"/>
            <a:ext cx="10287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82A36"/>
                </a:solidFill>
                <a:latin typeface="Arial Unicode MS"/>
              </a:rPr>
              <a:t>好评累加信誉分；差评或欺诈触发罚没，质押即「保证金」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129784"/>
            <a:ext cx="1019556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信誉分由质押量、好/差评净胜、注册时长聚合——女巫批量注册需真金白银质押。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合约架构：两个合约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AgentRegistry（信誉账本） + TaskEscrow（任务托管）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4846320" cy="27432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414016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AgentRegistry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78892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register(uri){质押}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1821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信誉账本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goodCount / badCount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score = 质押 + 评价 + 资历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slash() 罚没质押（抗女巫）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信誉良好 deregister 提回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286000"/>
            <a:ext cx="4846320" cy="274320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2414016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TaskEscrow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78892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createTask{value:BOT}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31821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任务状态机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0332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assign / submitDeliverable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accept → 放款 + 好评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reject → Disputed 争议</a:t>
            </a:r>
          </a:p>
          <a:p>
            <a:pPr algn="l"/>
            <a:r>
              <a:rPr sz="1400" b="0">
                <a:solidFill>
                  <a:srgbClr val="3C4F5D"/>
                </a:solidFill>
                <a:latin typeface="Arial Unicode MS"/>
              </a:rPr>
              <a:t>• 仲裁 resolveRelease / resolveRefund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Escrow 经授权调用 Registry.recordReputation；所有状态变更发 event。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关键流程时序 · 正常路径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发任务 → 接单 → 提交 → 验收结算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60320"/>
            <a:ext cx="237744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68833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发布者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3063239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createTask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45643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托管 0.5 BOT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64992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9584" y="2560320"/>
            <a:ext cx="237744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68833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3063239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assign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45643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接单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0176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44768" y="2560320"/>
            <a:ext cx="237744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268833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063239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submitDeliverable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45643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hash+URI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759952" y="2560320"/>
            <a:ext cx="237744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268833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发布者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063239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256" y="345643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放款+好评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结果：Agent 收到赏金 BOT，Registry 好评 +1，信誉分上升。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每一步链上交易均可在 scan.bohr.life / scan.botchain.ai 核验。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争议与罚没分支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发布者拒收 → 仲裁裁决：退款 或 罚没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468880"/>
            <a:ext cx="2377440" cy="1371600"/>
          </a:xfrm>
          <a:prstGeom prst="roundRect">
            <a:avLst/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59689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01 reject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971800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进入 Disputed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36499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赏金冻结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429000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49039" y="2468880"/>
            <a:ext cx="2377440" cy="1371600"/>
          </a:xfrm>
          <a:prstGeom prst="roundRect">
            <a:avLst/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5344" y="259689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02 仲裁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5344" y="2971800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resolveRefund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336499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退款给发布者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2468880"/>
            <a:ext cx="2377440" cy="1371600"/>
          </a:xfrm>
          <a:prstGeom prst="roundRect">
            <a:avLst/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4" y="259689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03 slash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2971800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罚没 Agent 质押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336499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差评 +1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替代路径 resolveRelease：判定交付合格 → 放款 Agent + 好评。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MVP 治理：owner=部署者=默认仲裁人，setArbitrator 可移交。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罚没质押进入国库，作恶成本显性化。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技术要点与安全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标准 EVM / Solidity 0.8.24 / OpenZeppelin v5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4754880" cy="1325880"/>
          </a:xfrm>
          <a:prstGeom prst="roundRect">
            <a:avLst/>
          </a:prstGeom>
          <a:solidFill>
            <a:srgbClr val="E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88036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重入保护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27355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ReentrancyGuard 覆盖所有放款/退款/罚没路径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77440"/>
            <a:ext cx="4754880" cy="1325880"/>
          </a:xfrm>
          <a:prstGeom prst="roundRect">
            <a:avLst/>
          </a:prstGeom>
          <a:solidFill>
            <a:srgbClr val="E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250545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288036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访问控制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327355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Ownable2Step；Escrow 唯一授权写信誉，slash 限 owner/escrow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23360"/>
            <a:ext cx="4754880" cy="1325880"/>
          </a:xfrm>
          <a:prstGeom prst="roundRect">
            <a:avLst/>
          </a:prstGeom>
          <a:solidFill>
            <a:srgbClr val="E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15137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452628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检查-生效-交互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491947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先改状态再转账，原生 BOT 低-level call 校验成功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023360"/>
            <a:ext cx="4754880" cy="1325880"/>
          </a:xfrm>
          <a:prstGeom prst="roundRect">
            <a:avLst/>
          </a:prstGeom>
          <a:solidFill>
            <a:srgbClr val="E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415137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526280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网络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4919472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测试网 Bohr 968 (0x3C8) / 主网 677 (0x2A5)，RPC+env 注入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前端 React19 + Vite + ethers v6，液态玻璃 UI，window.ethereum 连接钱包并自动加链。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三城协同 · 故事线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江城信约在中间：托管 → 验收 → 记账 → 复盘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46888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77977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3154680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江城信约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54787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发任务托管</a:t>
            </a:r>
          </a:p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质押 Agent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64991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2651760"/>
            <a:ext cx="2468880" cy="1554480"/>
          </a:xfrm>
          <a:prstGeom prst="round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77977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3154680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江城验真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54787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用验真方法</a:t>
            </a:r>
          </a:p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验收交付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5040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2651760"/>
            <a:ext cx="2468880" cy="155448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77977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54680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江城信约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4787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放款记信誉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05088" y="3182112"/>
            <a:ext cx="256032" cy="164592"/>
          </a:xfrm>
          <a:prstGeom prst="rightArrow">
            <a:avLst/>
          </a:prstGeom>
          <a:solidFill>
            <a:srgbClr val="245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33104" y="2651760"/>
            <a:ext cx="2468880" cy="1554480"/>
          </a:xfrm>
          <a:prstGeom prst="roundRect">
            <a:avLst/>
          </a:prstGeom>
          <a:solidFill>
            <a:srgbClr val="EE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277977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3154680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江城链察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354787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复盘链上交易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8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验真产出的验收判定，决定信约是放款好评还是拒收争议；链察对整笔托管交易做量化复盘。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测试与验证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本地全流程已跑通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B6D56"/>
                </a:solidFill>
                <a:latin typeface="Arial Unicode MS"/>
              </a:rPr>
              <a:t>Hardhat 测试：14 项通过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注册 / 质押门槛 / 重复注册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建任务 / 接单 / 提交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accept 放款 + 好评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reject → 争议 → 退款 + slash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slash 国库 / deregister 提回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信誉分随好差评变化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B6D56"/>
                </a:solidFill>
                <a:latin typeface="Arial Unicode MS"/>
              </a:rPr>
              <a:t>部署与演示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834640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npx hardhat compile ✅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本地 node 部署 + demo 脚本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每笔 tx 打印 scan 链接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测试网 bohr / 主网 botchain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• 前端 typecheck + build 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可核验链接样式：https://scan.bohr.life/tx/0x… 与 /address/0x…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740664"/>
            <a:ext cx="103784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82A36"/>
                </a:solidFill>
                <a:latin typeface="Arial Unicode MS"/>
              </a:rPr>
              <a:t>当前状态与后续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435608"/>
            <a:ext cx="10195560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36675"/>
                </a:solidFill>
                <a:latin typeface="Arial Unicode MS"/>
              </a:rPr>
              <a:t>本地完成，待用户测试网账号发链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3291840" cy="146304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5054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✅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880360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合约 + 14 测试 + 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2735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编译/测试/build 全绿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377440"/>
            <a:ext cx="3291840" cy="1463040"/>
          </a:xfrm>
          <a:prstGeom prst="roundRect">
            <a:avLst/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25054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⏳ 进行中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880360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测试网 Bohr 968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2735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领币→部署→demo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377440"/>
            <a:ext cx="3291840" cy="1463040"/>
          </a:xfrm>
          <a:prstGeom prst="roundRect">
            <a:avLst/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25054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45E87"/>
                </a:solidFill>
                <a:latin typeface="Arial Unicode MS"/>
              </a:rPr>
              <a:t>➡ 后续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880360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82A36"/>
                </a:solidFill>
                <a:latin typeface="Arial Unicode MS"/>
              </a:rPr>
              <a:t>主网 677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32735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3C4F5D"/>
                </a:solidFill>
                <a:latin typeface="Arial Unicode MS"/>
              </a:rPr>
              <a:t>Gas 申请 1 BOT 后部署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976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待补：① 钱包连接后真实发链；② 公开 Demo URL（申请表第②栏）；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③ 测试网合约/交易链接（第③栏）；④ 主网地址与交易记录。</a:t>
            </a:r>
          </a:p>
          <a:p>
            <a:pPr algn="l"/>
            <a:r>
              <a:rPr sz="1600" b="0">
                <a:solidFill>
                  <a:srgbClr val="3C4F5D"/>
                </a:solidFill>
                <a:latin typeface="Arial Unicode MS"/>
              </a:rPr>
              <a:t>Gas 申请表：https://forms.gle/7WJNKfcyJLQ4vujt7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" y="365760"/>
            <a:ext cx="11201400" cy="6035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82A36"/>
                </a:solidFill>
                <a:latin typeface="Arial Unicode MS"/>
              </a:rPr>
              <a:t>江城信约 · 让 Agent 交易可托管、可评分、可罚没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5E87"/>
                </a:solidFill>
                <a:latin typeface="Arial Unicode MS"/>
              </a:rPr>
              <a:t>AgentEscrow on BOT Chain · EVM L1 · 原生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C4F5D"/>
                </a:solidFill>
                <a:latin typeface="Arial Unicode MS"/>
              </a:rPr>
              <a:t>谢谢聆听 · 【队名】【成员】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473952"/>
            <a:ext cx="8092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82A36"/>
                </a:solidFill>
                <a:latin typeface="Arial Unicode MS"/>
              </a:rPr>
              <a:t>江城信约 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