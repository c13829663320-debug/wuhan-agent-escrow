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23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3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  <p:sldMasterId id="2147483661" r:id="rId9"/>
  </p:sldMasterIdLst>
  <p:notesMasterIdLst>
    <p:notesMasterId r:id="rId6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793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1.xml" Type="http://schemas.openxmlformats.org/officeDocument/2006/relationships/slide"/><Relationship Id="rId11" Target="slides/slide2.xml" Type="http://schemas.openxmlformats.org/officeDocument/2006/relationships/slide"/><Relationship Id="rId12" Target="slides/slide3.xml" Type="http://schemas.openxmlformats.org/officeDocument/2006/relationships/slide"/><Relationship Id="rId13" Target="slides/slide4.xml" Type="http://schemas.openxmlformats.org/officeDocument/2006/relationships/slide"/><Relationship Id="rId14" Target="slides/slide5.xml" Type="http://schemas.openxmlformats.org/officeDocument/2006/relationships/slide"/><Relationship Id="rId15" Target="slides/slide6.xml" Type="http://schemas.openxmlformats.org/officeDocument/2006/relationships/slide"/><Relationship Id="rId16" Target="slides/slide7.xml" Type="http://schemas.openxmlformats.org/officeDocument/2006/relationships/slide"/><Relationship Id="rId17" Target="slides/slide8.xml" Type="http://schemas.openxmlformats.org/officeDocument/2006/relationships/slide"/><Relationship Id="rId18" Target="slides/slide9.xml" Type="http://schemas.openxmlformats.org/officeDocument/2006/relationships/slide"/><Relationship Id="rId19" Target="slides/slide10.xml" Type="http://schemas.openxmlformats.org/officeDocument/2006/relationships/slide"/><Relationship Id="rId2" Target="viewProps.xml" Type="http://schemas.openxmlformats.org/officeDocument/2006/relationships/viewProps"/><Relationship Id="rId20" Target="slides/slide11.xml" Type="http://schemas.openxmlformats.org/officeDocument/2006/relationships/slide"/><Relationship Id="rId21" Target="notesSlides/notesSlide1.xml" Type="http://schemas.openxmlformats.org/officeDocument/2006/relationships/notesSlide"/><Relationship Id="rId3" Target="presProps.xml" Type="http://schemas.openxmlformats.org/officeDocument/2006/relationships/presProps"/><Relationship Id="rId4" Target="slideMasters/slideMaster1.xml" Type="http://schemas.openxmlformats.org/officeDocument/2006/relationships/slideMaster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Masters/slideMaster3.xml" Type="http://schemas.openxmlformats.org/officeDocument/2006/relationships/slideMaster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_rels/slideLayout13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14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15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16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17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18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19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20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21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22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_rels/slideLayout23.xml.rels><?xml version="1.0" encoding="UTF-8" standalone="yes"?><Relationships xmlns="http://schemas.openxmlformats.org/package/2006/relationships"><Relationship Id="rId1" Target="../slideMasters/slideMaster3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6" type="body" sz="quarter" hasCustomPrompt="true"/>
          </p:nvPr>
        </p:nvSpPr>
        <p:spPr>
          <a:xfrm rot="0" flipH="false" flipV="false"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7" type="body" sz="quarter" hasCustomPrompt="true"/>
          </p:nvPr>
        </p:nvSpPr>
        <p:spPr>
          <a:xfrm rot="0" flipH="false" flipV="false"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3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  <a:spcBef>
                <a:spcPct val="20000"/>
              </a:spcBef>
            </a:pPr>
            <a:r>
              <a:rPr lang="en-US" b="false" i="false" strike="noStrike" u="none" sz="3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name="AutoShape 4" id="4"/>
          <p:cNvSpPr/>
          <p:nvPr>
            <p:ph idx="8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5" id="5"/>
          <p:cNvSpPr/>
          <p:nvPr>
            <p:ph idx="9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6" id="6"/>
          <p:cNvSpPr/>
          <p:nvPr>
            <p:ph idx="10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0CB38140-CD61-4F02-891C-0F9700916146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1" type="body" sz="quarter" hasCustomPrompt="true"/>
          </p:nvPr>
        </p:nvSpPr>
        <p:spPr>
          <a:xfrm rot="0" flipH="false" flipV="false"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12" type="body" sz="quarter" hasCustomPrompt="true"/>
          </p:nvPr>
        </p:nvSpPr>
        <p:spPr>
          <a:xfrm rot="0" flipH="false" flipV="false"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rmAutofit lnSpcReduction="0"/>
          </a:bodyPr>
          <a:lstStyle>
            <a:lvl1pPr algn="l" defTabSz="457200" marL="749300" indent="-406400">
              <a:lnSpc>
                <a:spcPct val="100000"/>
              </a:lnSpc>
              <a:defRPr sz="32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4" id="4"/>
          <p:cNvSpPr/>
          <p:nvPr>
            <p:ph idx="13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5" id="5"/>
          <p:cNvSpPr/>
          <p:nvPr>
            <p:ph idx="14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6" id="6"/>
          <p:cNvSpPr/>
          <p:nvPr>
            <p:ph idx="15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743B44D4-65FA-49E1-ADE5-2AA4A56A2582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6" type="body" sz="quarter" hasCustomPrompt="true"/>
          </p:nvPr>
        </p:nvSpPr>
        <p:spPr>
          <a:xfrm rot="0" flipH="false" flipV="false"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rmAutofit lnSpcReduction="0"/>
          </a:bodyPr>
          <a:lstStyle>
            <a:lvl1pPr algn="l" defTabSz="457200">
              <a:lnSpc>
                <a:spcPct val="100000"/>
              </a:lnSpc>
              <a:defRPr sz="4000" b="tru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true" i="false" strike="noStrike" u="none" sz="4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17" type="body" sz="quarter" hasCustomPrompt="true"/>
          </p:nvPr>
        </p:nvSpPr>
        <p:spPr>
          <a:xfrm rot="0" flipH="false" flipV="false"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91440" rIns="91440" tIns="45720" bIns="45720">
            <a:normAutofit lnSpcReduction="0"/>
          </a:bodyPr>
          <a:lstStyle>
            <a:lvl1pPr algn="l" defTabSz="457200">
              <a:lnSpc>
                <a:spcPct val="100000"/>
              </a:lnSpc>
              <a:defRPr sz="20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  <a:spcBef>
                <a:spcPct val="20000"/>
              </a:spcBef>
            </a:pPr>
            <a:r>
              <a:rPr lang="en-US" b="false" i="false" strike="noStrike" u="none" sz="20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name="AutoShape 4" id="4"/>
          <p:cNvSpPr/>
          <p:nvPr>
            <p:ph idx="18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5" id="5"/>
          <p:cNvSpPr/>
          <p:nvPr>
            <p:ph idx="19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6" id="6"/>
          <p:cNvSpPr/>
          <p:nvPr>
            <p:ph idx="20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A3FBFF73-51EE-4C99-A9C1-7D91613F0518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1" type="body" sz="quarter" hasCustomPrompt="true"/>
          </p:nvPr>
        </p:nvSpPr>
        <p:spPr>
          <a:xfrm rot="0" flipH="false" flipV="false"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22" type="body" sz="quarter" hasCustomPrompt="true"/>
          </p:nvPr>
        </p:nvSpPr>
        <p:spPr>
          <a:xfrm rot="0" flipH="false" flipV="false"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rmAutofit lnSpcReduction="0"/>
          </a:bodyPr>
          <a:lstStyle>
            <a:lvl1pPr algn="l" defTabSz="457200" marL="698500" indent="-355600">
              <a:lnSpc>
                <a:spcPct val="100000"/>
              </a:lnSpc>
              <a:defRPr sz="28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4" id="4"/>
          <p:cNvSpPr/>
          <p:nvPr>
            <p:ph idx="23" type="body" sz="quarter" hasCustomPrompt="true"/>
          </p:nvPr>
        </p:nvSpPr>
        <p:spPr>
          <a:xfrm rot="0" flipH="false" flipV="false"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Autofit/>
          </a:bodyPr>
          <a:lstStyle>
            <a:lvl1pPr algn="l" defTabSz="457200" marL="698500" indent="-355600">
              <a:lnSpc>
                <a:spcPct val="100000"/>
              </a:lnSpc>
              <a:defRPr sz="28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5" id="5"/>
          <p:cNvSpPr/>
          <p:nvPr>
            <p:ph idx="24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6" id="6"/>
          <p:cNvSpPr/>
          <p:nvPr>
            <p:ph idx="25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7" id="7"/>
          <p:cNvSpPr/>
          <p:nvPr>
            <p:ph idx="26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EB3F83F2-CCA5-4152-8B76-CD5CF65A1895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7" type="body" sz="quarter" hasCustomPrompt="true"/>
          </p:nvPr>
        </p:nvSpPr>
        <p:spPr>
          <a:xfrm rot="0" flipH="false" flipV="false"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28" type="body" sz="quarter" hasCustomPrompt="true"/>
          </p:nvPr>
        </p:nvSpPr>
        <p:spPr>
          <a:xfrm rot="0" flipH="false" flipV="false"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91440" rIns="91440" tIns="45720" bIns="45720">
            <a:normAutofit lnSpcReduction="0"/>
          </a:bodyPr>
          <a:lstStyle>
            <a:lvl1pPr algn="l" defTabSz="457200">
              <a:lnSpc>
                <a:spcPct val="100000"/>
              </a:lnSpc>
              <a:defRPr sz="2400" b="tru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  <a:spcBef>
                <a:spcPct val="20000"/>
              </a:spcBef>
            </a:pPr>
            <a:r>
              <a:rPr lang="en-US" b="tru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name="AutoShape 4" id="4"/>
          <p:cNvSpPr/>
          <p:nvPr>
            <p:ph idx="29" type="body" sz="quarter" hasCustomPrompt="true"/>
          </p:nvPr>
        </p:nvSpPr>
        <p:spPr>
          <a:xfrm rot="0" flipH="false" flipV="false"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Autofit/>
          </a:bodyPr>
          <a:lstStyle>
            <a:lvl1pPr algn="l" defTabSz="457200" marL="647700" indent="-304800">
              <a:lnSpc>
                <a:spcPct val="100000"/>
              </a:lnSpc>
              <a:defRPr sz="2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5" id="5"/>
          <p:cNvSpPr/>
          <p:nvPr>
            <p:ph idx="30" type="body" sz="quarter" hasCustomPrompt="true"/>
          </p:nvPr>
        </p:nvSpPr>
        <p:spPr>
          <a:xfrm rot="0" flipH="false" flipV="false"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2400" b="tru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  <a:spcBef>
                <a:spcPct val="20000"/>
              </a:spcBef>
            </a:pPr>
            <a:r>
              <a:rPr lang="en-US" b="tru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name="AutoShape 6" id="6"/>
          <p:cNvSpPr/>
          <p:nvPr>
            <p:ph idx="31" type="body" sz="quarter" hasCustomPrompt="true"/>
          </p:nvPr>
        </p:nvSpPr>
        <p:spPr>
          <a:xfrm rot="0" flipH="false" flipV="false"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Autofit/>
          </a:bodyPr>
          <a:lstStyle>
            <a:lvl1pPr algn="l" defTabSz="457200" marL="647700" indent="-304800">
              <a:lnSpc>
                <a:spcPct val="100000"/>
              </a:lnSpc>
              <a:defRPr sz="2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7" id="7"/>
          <p:cNvSpPr/>
          <p:nvPr>
            <p:ph idx="32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8" id="8"/>
          <p:cNvSpPr/>
          <p:nvPr>
            <p:ph idx="33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9" id="9"/>
          <p:cNvSpPr/>
          <p:nvPr>
            <p:ph idx="34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51C37191-A772-4E17-8CED-BF5FE8AE6911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5" type="body" sz="quarter" hasCustomPrompt="true"/>
          </p:nvPr>
        </p:nvSpPr>
        <p:spPr>
          <a:xfrm rot="0" flipH="false" flipV="false"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36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4" id="4"/>
          <p:cNvSpPr/>
          <p:nvPr>
            <p:ph idx="37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5" id="5"/>
          <p:cNvSpPr/>
          <p:nvPr>
            <p:ph idx="38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37C8245E-D61A-4FA9-899D-1E8CA30A8D98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9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3" id="3"/>
          <p:cNvSpPr/>
          <p:nvPr>
            <p:ph idx="40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4" id="4"/>
          <p:cNvSpPr/>
          <p:nvPr>
            <p:ph idx="41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31A43250-5F66-4A00-9CB3-096C6EB6C8BB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2" type="body" sz="quarter" hasCustomPrompt="true"/>
          </p:nvPr>
        </p:nvSpPr>
        <p:spPr>
          <a:xfrm rot="0" flipH="false" flipV="false"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91440" rIns="91440" tIns="45720" bIns="45720">
            <a:normAutofit lnSpcReduction="0"/>
          </a:bodyPr>
          <a:lstStyle>
            <a:lvl1pPr algn="l" defTabSz="457200">
              <a:lnSpc>
                <a:spcPct val="100000"/>
              </a:lnSpc>
              <a:defRPr sz="2000" b="tru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tru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43" type="body" sz="quarter" hasCustomPrompt="true"/>
          </p:nvPr>
        </p:nvSpPr>
        <p:spPr>
          <a:xfrm rot="0" flipH="false" flipV="false"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rmAutofit lnSpcReduction="0"/>
          </a:bodyPr>
          <a:lstStyle>
            <a:lvl1pPr algn="l" defTabSz="457200" marL="749300" indent="-406400">
              <a:lnSpc>
                <a:spcPct val="100000"/>
              </a:lnSpc>
              <a:defRPr sz="32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4" id="4"/>
          <p:cNvSpPr/>
          <p:nvPr>
            <p:ph idx="44" type="body" sz="quarter" hasCustomPrompt="true"/>
          </p:nvPr>
        </p:nvSpPr>
        <p:spPr>
          <a:xfrm rot="0" flipH="false" flipV="false"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  <a:spcBef>
                <a:spcPct val="20000"/>
              </a:spcBef>
            </a:pPr>
            <a:r>
              <a:rPr lang="en-US" b="false" i="false" strike="noStrike" u="none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name="AutoShape 5" id="5"/>
          <p:cNvSpPr/>
          <p:nvPr>
            <p:ph idx="45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6" id="6"/>
          <p:cNvSpPr/>
          <p:nvPr>
            <p:ph idx="46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7" id="7"/>
          <p:cNvSpPr/>
          <p:nvPr>
            <p:ph idx="47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5C8B7886-09F5-47B5-998B-70D779FEC4A3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8" type="body" sz="quarter" hasCustomPrompt="true"/>
          </p:nvPr>
        </p:nvSpPr>
        <p:spPr>
          <a:xfrm rot="0" flipH="false" flipV="false"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91440" rIns="91440" tIns="45720" bIns="45720">
            <a:normAutofit lnSpcReduction="0"/>
          </a:bodyPr>
          <a:lstStyle>
            <a:lvl1pPr algn="l" defTabSz="457200">
              <a:lnSpc>
                <a:spcPct val="100000"/>
              </a:lnSpc>
              <a:defRPr sz="2000" b="tru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tru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49" type="pic" sz="quarter"/>
          </p:nvPr>
        </p:nvSpPr>
        <p:spPr>
          <a:xfrm rot="0" flipH="false" flipV="false"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lIns="63500" rIns="63500" tIns="63500" bIns="63500"/>
          <a:lstStyle>
            <a:lvl1pPr algn="ctr">
              <a:defRPr sz="16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name="AutoShape 4" id="4"/>
          <p:cNvSpPr/>
          <p:nvPr>
            <p:ph idx="50" type="body" sz="quarter" hasCustomPrompt="true"/>
          </p:nvPr>
        </p:nvSpPr>
        <p:spPr>
          <a:xfrm rot="0" flipH="false" flipV="false"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  <a:spcBef>
                <a:spcPct val="20000"/>
              </a:spcBef>
            </a:pPr>
            <a:r>
              <a:rPr lang="en-US" b="false" i="false" strike="noStrike" u="none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name="AutoShape 5" id="5"/>
          <p:cNvSpPr/>
          <p:nvPr>
            <p:ph idx="51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6" id="6"/>
          <p:cNvSpPr/>
          <p:nvPr>
            <p:ph idx="52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7" id="7"/>
          <p:cNvSpPr/>
          <p:nvPr>
            <p:ph idx="53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B25BD959-00BF-496A-90A5-B1A72BF57CDD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4" type="body" sz="quarter" hasCustomPrompt="true"/>
          </p:nvPr>
        </p:nvSpPr>
        <p:spPr>
          <a:xfrm rot="0" flipH="false" flipV="false"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55" type="body" sz="quarter" hasCustomPrompt="true"/>
          </p:nvPr>
        </p:nvSpPr>
        <p:spPr>
          <a:xfrm rot="0" flipH="false" flipV="false"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vert="eaVert" wrap="square" lIns="91440" rIns="91440" tIns="45720" bIns="45720">
            <a:normAutofit lnSpcReduction="0"/>
          </a:bodyPr>
          <a:lstStyle>
            <a:lvl1pPr algn="l" defTabSz="457200" marL="749300" indent="-406400">
              <a:lnSpc>
                <a:spcPct val="100000"/>
              </a:lnSpc>
              <a:defRPr sz="32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4" id="4"/>
          <p:cNvSpPr/>
          <p:nvPr>
            <p:ph idx="56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5" id="5"/>
          <p:cNvSpPr/>
          <p:nvPr>
            <p:ph idx="57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6" id="6"/>
          <p:cNvSpPr/>
          <p:nvPr>
            <p:ph idx="58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EE2BDBB9-1477-4DA4-9A20-7375D760678A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9" type="body" sz="quarter" hasCustomPrompt="true"/>
          </p:nvPr>
        </p:nvSpPr>
        <p:spPr>
          <a:xfrm rot="0" flipH="false" flipV="false"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eaVert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3" id="3"/>
          <p:cNvSpPr/>
          <p:nvPr>
            <p:ph idx="60" type="body" sz="quarter" hasCustomPrompt="true"/>
          </p:nvPr>
        </p:nvSpPr>
        <p:spPr>
          <a:xfrm rot="0" flipH="false" flipV="false"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vert="eaVert" wrap="square" lIns="91440" rIns="91440" tIns="45720" bIns="45720">
            <a:normAutofit lnSpcReduction="0"/>
          </a:bodyPr>
          <a:lstStyle>
            <a:lvl1pPr algn="l" defTabSz="457200" marL="749300" indent="-406400">
              <a:lnSpc>
                <a:spcPct val="100000"/>
              </a:lnSpc>
              <a:defRPr sz="32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4" id="4"/>
          <p:cNvSpPr/>
          <p:nvPr>
            <p:ph idx="61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5" id="5"/>
          <p:cNvSpPr/>
          <p:nvPr>
            <p:ph idx="62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6" id="6"/>
          <p:cNvSpPr/>
          <p:nvPr>
            <p:ph idx="63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E3980797-2D3E-4D32-A616-9F0BB0DB16C9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_rels/slideMaster3.xml.rels><?xml version="1.0" encoding="UTF-8" standalone="yes"?><Relationships xmlns="http://schemas.openxmlformats.org/package/2006/relationships"><Relationship Id="rId1" Target="../theme/theme4.xml" Type="http://schemas.openxmlformats.org/officeDocument/2006/relationships/theme"/><Relationship Id="rId10" Target="../slideLayouts/slideLayout21.xml" Type="http://schemas.openxmlformats.org/officeDocument/2006/relationships/slideLayout"/><Relationship Id="rId11" Target="../slideLayouts/slideLayout22.xml" Type="http://schemas.openxmlformats.org/officeDocument/2006/relationships/slideLayout"/><Relationship Id="rId12" Target="../slideLayouts/slideLayout23.xml" Type="http://schemas.openxmlformats.org/officeDocument/2006/relationships/slideLayout"/><Relationship Id="rId2" Target="../slideLayouts/slideLayout13.xml" Type="http://schemas.openxmlformats.org/officeDocument/2006/relationships/slideLayout"/><Relationship Id="rId3" Target="../slideLayouts/slideLayout14.xml" Type="http://schemas.openxmlformats.org/officeDocument/2006/relationships/slideLayout"/><Relationship Id="rId4" Target="../slideLayouts/slideLayout15.xml" Type="http://schemas.openxmlformats.org/officeDocument/2006/relationships/slideLayout"/><Relationship Id="rId5" Target="../slideLayouts/slideLayout16.xml" Type="http://schemas.openxmlformats.org/officeDocument/2006/relationships/slideLayout"/><Relationship Id="rId6" Target="../slideLayouts/slideLayout17.xml" Type="http://schemas.openxmlformats.org/officeDocument/2006/relationships/slideLayout"/><Relationship Id="rId7" Target="../slideLayouts/slideLayout18.xml" Type="http://schemas.openxmlformats.org/officeDocument/2006/relationships/slideLayout"/><Relationship Id="rId8" Target="../slideLayouts/slideLayout19.xml" Type="http://schemas.openxmlformats.org/officeDocument/2006/relationships/slideLayout"/><Relationship Id="rId9" Target="../slideLayouts/slideLayout20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自定义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Office Theme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1" id="1"/>
          <p:cNvSpPr/>
          <p:nvPr>
            <p:ph idx="1" type="body" sz="quarter" hasCustomPrompt="true"/>
          </p:nvPr>
        </p:nvSpPr>
        <p:spPr>
          <a:xfrm rot="0" flipH="false" flipV="false"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rmAutofit lnSpcReduction="0"/>
          </a:bodyPr>
          <a:lstStyle>
            <a:lvl1pPr algn="ctr" defTabSz="457200">
              <a:lnSpc>
                <a:spcPct val="100000"/>
              </a:lnSpc>
              <a:defRPr sz="4400" b="tru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true" i="false" strike="noStrike" u="none" sz="4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name="AutoShape 2" id="2"/>
          <p:cNvSpPr/>
          <p:nvPr>
            <p:ph idx="2" type="body" sz="quarter" hasCustomPrompt="true"/>
          </p:nvPr>
        </p:nvSpPr>
        <p:spPr>
          <a:xfrm rot="0" flipH="false" flipV="false"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vert="horz" wrap="square" lIns="91440" rIns="91440" tIns="45720" bIns="45720">
            <a:normAutofit lnSpcReduction="0"/>
          </a:bodyPr>
          <a:lstStyle>
            <a:lvl1pPr algn="l" defTabSz="457200" marL="749300" indent="-406400">
              <a:lnSpc>
                <a:spcPct val="100000"/>
              </a:lnSpc>
              <a:defRPr sz="3200" b="false" i="false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algn="l" indent="-342900" marL="3429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algn="l" lvl="1" indent="-285750" marL="74295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algn="l" lvl="2" indent="-228600" marL="11430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b="false" i="false" strike="noStrike" u="none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algn="l" lvl="3" indent="-228600" marL="16002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algn="l" lvl="4" indent="-228600" marL="2057400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b="false" i="false" strike="noStrike" u="none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name="AutoShape 3" id="3"/>
          <p:cNvSpPr/>
          <p:nvPr>
            <p:ph idx="3" type="body" sz="quarter" hasCustomPrompt="true"/>
          </p:nvPr>
        </p:nvSpPr>
        <p:spPr>
          <a:xfrm rot="0" flipH="false" flipV="false"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l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name="AutoShape 4" id="4"/>
          <p:cNvSpPr/>
          <p:nvPr>
            <p:ph idx="4" type="body" sz="quarter" hasCustomPrompt="true"/>
          </p:nvPr>
        </p:nvSpPr>
        <p:spPr>
          <a:xfrm rot="0" flipH="false" flipV="false"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ctr" defTabSz="457200">
              <a:lnSpc>
                <a:spcPct val="100000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 defTabSz="45720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name="AutoShape 6" id="6"/>
          <p:cNvSpPr/>
          <p:nvPr>
            <p:ph idx="5" type="body" sz="quarter" hasCustomPrompt="true"/>
          </p:nvPr>
        </p:nvSpPr>
        <p:spPr>
          <a:xfrm rot="0" flipH="false" flipV="false"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vert="horz" wrap="square" lIns="91440" rIns="91440" tIns="45720" bIns="45720">
            <a:noAutofit/>
          </a:bodyPr>
          <a:lstStyle>
            <a:lvl1pPr algn="r" defTabSz="457200">
              <a:lnSpc>
                <a:spcPct val="100000"/>
              </a:lnSpc>
              <a:defRPr sz="1200" b="false" i="false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algn="r" marL="0" indent="0" defTabSz="457200">
              <a:lnSpc>
                <a:spcPct val="100000"/>
              </a:lnSpc>
            </a:pPr>
            <a:fld type="slidenum" id="{0532284C-EF33-4A3E-9DCA-B01DE3595339}">
              <a:rPr b="false" i="false" strike="noStrike" u="none"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19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91440" rIns="91440" tIns="45720" bIns="4572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832104"/>
            <a:ext cx="10195560" cy="8595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48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905256" y="1837943"/>
            <a:ext cx="10003536" cy="50292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4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AgentEscrow · </a:t>
            </a:r>
            <a:r>
              <a:rPr lang="en-US" b="true" i="false" strike="noStrike" u="none" sz="24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链上信誉</a:t>
            </a:r>
            <a:r>
              <a:rPr lang="en-US" b="true" i="false" strike="noStrike" u="none" sz="24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</a:t>
            </a:r>
            <a:r>
              <a:rPr lang="en-US" b="true" i="false" strike="noStrike" u="none" sz="24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任务托管系统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914400" y="2807208"/>
            <a:ext cx="3657600" cy="41148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服务对象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914400" y="3364992"/>
            <a:ext cx="4206240" cy="95097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AI Agent </a:t>
            </a:r>
            <a:r>
              <a:rPr lang="en-US" b="false" i="false" strike="noStrike" u="none" sz="18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与赏金任务发布者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5404104" y="2807208"/>
            <a:ext cx="58521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质押注册</a:t>
            </a:r>
            <a:r>
              <a:rPr lang="en-US" b="true" i="false" strike="noStrike" u="none" sz="20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true" i="false" strike="noStrike" u="none" sz="2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托管赏金</a:t>
            </a:r>
            <a:r>
              <a:rPr lang="en-US" b="true" i="false" strike="noStrike" u="none" sz="20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true" i="false" strike="noStrike" u="none" sz="2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验收放款</a:t>
            </a:r>
            <a:r>
              <a:rPr lang="en-US" b="true" i="false" strike="noStrike" u="none" sz="20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true" i="false" strike="noStrike" u="none" sz="2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争议罚没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5413248" y="3429000"/>
            <a:ext cx="5760720" cy="109728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EVM Layer1 · BOT Chain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8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测试网</a:t>
            </a:r>
            <a:r>
              <a:rPr lang="en-US" b="false" i="false" strike="noStrike" u="none" sz="18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Bohr 968 / </a:t>
            </a:r>
            <a:r>
              <a:rPr lang="en-US" b="false" i="false" strike="noStrike" u="none" sz="18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主网</a:t>
            </a:r>
            <a:r>
              <a:rPr lang="en-US" b="false" i="false" strike="noStrike" u="none" sz="18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677 · </a:t>
            </a:r>
            <a:r>
              <a:rPr lang="en-US" b="false" i="false" strike="noStrike" u="none" sz="18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原生</a:t>
            </a:r>
            <a:r>
              <a:rPr lang="en-US" b="false" i="false" strike="noStrike" u="none" sz="18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</a:t>
            </a:r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914400" y="5074920"/>
            <a:ext cx="10314432" cy="457200"/>
          </a:xfrm>
          <a:prstGeom prst="rect">
            <a:avLst/>
          </a:prstGeom>
          <a:noFill/>
          <a:ln w="12687" cmpd="sng" cap="flat">
            <a:noFill/>
            <a:prstDash val="solid"/>
            <a:round/>
          </a:ln>
        </p:spPr>
        <p:txBody>
          <a:bodyPr anchor="t" rtlCol="false" anchorCtr="false" vert="horz" wrap="square" lIns="91440" rIns="91440" tIns="45720" bIns="45720"/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8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队名：AI终身合伙人</a:t>
            </a:r>
            <a:r>
              <a:rPr lang="en-US" b="true" i="false" strike="noStrike" u="none" sz="1800">
                <a:solidFill>
                  <a:srgbClr val="182A3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b="true" i="false" strike="noStrike" u="none" sz="18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成员：陈敏鸿、秦斌、黄焱豪、邵凡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914400" y="5577840"/>
            <a:ext cx="10314432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6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BUILD BEYOND 2026 · </a:t>
            </a:r>
            <a:r>
              <a:rPr lang="en-US" b="true" i="false" strike="noStrike" u="none" sz="16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从零新建赛道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687" cmpd="sng" cap="flat">
            <a:noFill/>
            <a:prstDash val="solid"/>
            <a:round/>
          </a:ln>
        </p:spPr>
        <p:txBody>
          <a:bodyPr anchor="t" rtlCol="false" anchorCtr="false" vert="horz" wrap="square" lIns="91440" rIns="91440" tIns="45720" bIns="45720"/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"/>
                <a:ea typeface="Arial"/>
                <a:cs typeface="Arial"/>
                <a:sym typeface="Arial"/>
              </a:rPr>
              <a:t> 01 / 11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痛点：链上身份</a:t>
            </a:r>
            <a:r>
              <a:rPr lang="en-US" b="true" i="false" strike="noStrike" u="none" sz="30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≠ </a:t>
            </a: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服务可信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EIP-8004 </a:t>
            </a:r>
            <a:r>
              <a:rPr lang="en-US" b="false" i="false" strike="noStrike" u="none" sz="1700">
                <a:solidFill>
                  <a:srgbClr val="536675"/>
                </a:solidFill>
                <a:latin typeface="Noto Sans SC"/>
                <a:ea typeface="Noto Sans SC"/>
                <a:cs typeface="Noto Sans SC"/>
                <a:sym typeface="Noto Sans SC"/>
              </a:rPr>
              <a:t>式注册只记录「存在」，不证明「靠谱」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377440"/>
            <a:ext cx="4754880" cy="137160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50545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问题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1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288036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刷分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 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女巫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27355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一次性地址刷好评，无成本、可批量复制身份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126480" y="2377440"/>
            <a:ext cx="4754880" cy="137160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6272784" y="250545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问题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2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6272784" y="288036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注册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≠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能力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6272784" y="327355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链上声明与真实交付质量脱钩，历史评分可伪造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14400" y="4114800"/>
            <a:ext cx="4754880" cy="137160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1060704" y="424281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问题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3</a:t>
            </a:r>
            <a:endParaRPr lang="en-US" sz="1100"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1060704" y="461772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信任中介贵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1060704" y="501091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跨国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Agent 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交易缺最小托管，欺诈无代价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126480" y="4114800"/>
            <a:ext cx="4754880" cy="137160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6272784" y="424281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问题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4</a:t>
            </a:r>
            <a:endParaRPr lang="en-US" sz="1100"/>
          </a:p>
        </p:txBody>
      </p:sp>
      <p:sp>
        <p:nvSpPr>
          <p:cNvPr name="AutoShape 19" id="19"/>
          <p:cNvSpPr txBox="true"/>
          <p:nvPr/>
        </p:nvSpPr>
        <p:spPr>
          <a:xfrm rot="0" flipH="false" flipV="false">
            <a:off x="6272784" y="461772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无结算闭环</a:t>
            </a:r>
            <a:endParaRPr lang="en-US" sz="1100"/>
          </a:p>
        </p:txBody>
      </p:sp>
      <p:sp>
        <p:nvSpPr>
          <p:cNvPr name="AutoShape 20" id="20"/>
          <p:cNvSpPr txBox="true"/>
          <p:nvPr/>
        </p:nvSpPr>
        <p:spPr>
          <a:xfrm rot="0" flipH="false" flipV="false">
            <a:off x="6272784" y="501091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口头交付无凭证，验收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退款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罚没无链上路径</a:t>
            </a:r>
            <a:endParaRPr lang="en-US" sz="1100"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914400" y="5897880"/>
            <a:ext cx="1024128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8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需要：把「信誉」和「赏金」都变成有成本、可结算、可罚没的链上资产。</a:t>
            </a:r>
            <a:endParaRPr lang="en-US" sz="1100"/>
          </a:p>
        </p:txBody>
      </p:sp>
      <p:sp>
        <p:nvSpPr>
          <p:cNvPr name="AutoShape 22" id="22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02 / 11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方案总览：信任闭环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质押抬高作恶成本，托管把交付与放款绑定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478024"/>
            <a:ext cx="1920240" cy="1408176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606040"/>
            <a:ext cx="16459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01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2980944"/>
            <a:ext cx="16459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质押注册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374136"/>
            <a:ext cx="16459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 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锁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2907792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3008376" y="2478024"/>
            <a:ext cx="1920240" cy="1408176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3154680" y="2606040"/>
            <a:ext cx="16459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02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3154680" y="2980944"/>
            <a:ext cx="16459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托管赏金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3154680" y="3374136"/>
            <a:ext cx="16459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发布者存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001768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102352" y="2478024"/>
            <a:ext cx="1920240" cy="1408176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5248656" y="2606040"/>
            <a:ext cx="16459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03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5248656" y="2980944"/>
            <a:ext cx="16459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接单交付</a:t>
            </a:r>
            <a:endParaRPr lang="en-US" sz="1100"/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5248656" y="3374136"/>
            <a:ext cx="16459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提交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hash/URI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095744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196328" y="2478024"/>
            <a:ext cx="1920240" cy="1408176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7342631" y="2606040"/>
            <a:ext cx="16459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04</a:t>
            </a:r>
            <a:endParaRPr lang="en-US" sz="1100"/>
          </a:p>
        </p:txBody>
      </p:sp>
      <p:sp>
        <p:nvSpPr>
          <p:cNvPr name="AutoShape 22" id="22"/>
          <p:cNvSpPr txBox="true"/>
          <p:nvPr/>
        </p:nvSpPr>
        <p:spPr>
          <a:xfrm rot="0" flipH="false" flipV="false">
            <a:off x="7342631" y="2980944"/>
            <a:ext cx="16459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验收放款</a:t>
            </a:r>
            <a:endParaRPr lang="en-US" sz="1100"/>
          </a:p>
        </p:txBody>
      </p:sp>
      <p:sp>
        <p:nvSpPr>
          <p:cNvPr name="AutoShape 23" id="23"/>
          <p:cNvSpPr txBox="true"/>
          <p:nvPr/>
        </p:nvSpPr>
        <p:spPr>
          <a:xfrm rot="0" flipH="false" flipV="false">
            <a:off x="7342631" y="3374136"/>
            <a:ext cx="16459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好评入账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9189720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9290304" y="2478024"/>
            <a:ext cx="1920240" cy="1408176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6" id="26"/>
          <p:cNvSpPr txBox="true"/>
          <p:nvPr/>
        </p:nvSpPr>
        <p:spPr>
          <a:xfrm rot="0" flipH="false" flipV="false">
            <a:off x="9436608" y="2606040"/>
            <a:ext cx="16459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05</a:t>
            </a:r>
            <a:endParaRPr lang="en-US" sz="1100"/>
          </a:p>
        </p:txBody>
      </p:sp>
      <p:sp>
        <p:nvSpPr>
          <p:cNvPr name="AutoShape 27" id="27"/>
          <p:cNvSpPr txBox="true"/>
          <p:nvPr/>
        </p:nvSpPr>
        <p:spPr>
          <a:xfrm rot="0" flipH="false" flipV="false">
            <a:off x="9436608" y="2980944"/>
            <a:ext cx="16459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争议罚没</a:t>
            </a:r>
            <a:endParaRPr lang="en-US" sz="1100"/>
          </a:p>
        </p:txBody>
      </p:sp>
      <p:sp>
        <p:nvSpPr>
          <p:cNvPr name="AutoShape 28" id="28"/>
          <p:cNvSpPr txBox="true"/>
          <p:nvPr/>
        </p:nvSpPr>
        <p:spPr>
          <a:xfrm rot="0" flipH="false" flipV="false">
            <a:off x="9436608" y="3374136"/>
            <a:ext cx="16459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退款或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slash</a:t>
            </a:r>
            <a:endParaRPr lang="en-US" sz="1100"/>
          </a:p>
        </p:txBody>
      </p:sp>
      <p:sp>
        <p:nvSpPr>
          <p:cNvPr name="AutoShape 29" id="29"/>
          <p:cNvSpPr txBox="true"/>
          <p:nvPr/>
        </p:nvSpPr>
        <p:spPr>
          <a:xfrm rot="0" flipH="false" flipV="false">
            <a:off x="923544" y="4443984"/>
            <a:ext cx="1028700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好评累加信誉分；差评或欺诈触发罚没，质押即「保证金」</a:t>
            </a:r>
            <a:endParaRPr lang="en-US" sz="1100"/>
          </a:p>
        </p:txBody>
      </p:sp>
      <p:sp>
        <p:nvSpPr>
          <p:cNvPr name="AutoShape 30" id="30"/>
          <p:cNvSpPr txBox="true"/>
          <p:nvPr/>
        </p:nvSpPr>
        <p:spPr>
          <a:xfrm rot="0" flipH="false" flipV="false">
            <a:off x="923544" y="5129784"/>
            <a:ext cx="10195560" cy="66751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信誉分由质押量、好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差评净胜、注册时长聚合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——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女巫批量注册需真金白银质押。</a:t>
            </a:r>
            <a:endParaRPr lang="en-US" sz="1100"/>
          </a:p>
        </p:txBody>
      </p:sp>
      <p:sp>
        <p:nvSpPr>
          <p:cNvPr name="AutoShape 31" id="31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03 / 11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合约架构：两个合约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AgentRegistry</a:t>
            </a:r>
            <a:r>
              <a:rPr lang="en-US" b="false" i="false" strike="noStrike" u="none" sz="1700">
                <a:solidFill>
                  <a:srgbClr val="536675"/>
                </a:solidFill>
                <a:latin typeface="Noto Sans SC"/>
                <a:ea typeface="Noto Sans SC"/>
                <a:cs typeface="Noto Sans SC"/>
                <a:sym typeface="Noto Sans SC"/>
              </a:rPr>
              <a:t>（信誉账本）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TaskEscrow</a:t>
            </a:r>
            <a:r>
              <a:rPr lang="en-US" b="false" i="false" strike="noStrike" u="none" sz="1700">
                <a:solidFill>
                  <a:srgbClr val="536675"/>
                </a:solidFill>
                <a:latin typeface="Noto Sans SC"/>
                <a:ea typeface="Noto Sans SC"/>
                <a:cs typeface="Noto Sans SC"/>
                <a:sym typeface="Noto Sans SC"/>
              </a:rPr>
              <a:t>（任务托管）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286000"/>
            <a:ext cx="4846320" cy="274320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414016"/>
            <a:ext cx="457200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AgentRegistry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2788920"/>
            <a:ext cx="457200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register(uri){</a:t>
            </a:r>
            <a:r>
              <a:rPr lang="en-US" b="true" i="false" strike="noStrike" u="none" sz="1700">
                <a:solidFill>
                  <a:srgbClr val="182A36"/>
                </a:solidFill>
                <a:latin typeface="Noto Sans SC"/>
                <a:ea typeface="Noto Sans SC"/>
                <a:cs typeface="Noto Sans SC"/>
                <a:sym typeface="Noto Sans SC"/>
              </a:rPr>
              <a:t>质押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}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182112"/>
            <a:ext cx="457200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信誉账本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1097280" y="3703320"/>
            <a:ext cx="4572000" cy="1463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goodCount / badCount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score =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质押</a:t>
            </a: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评价</a:t>
            </a: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资历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slash()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罚没质押（抗女巫）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信誉良好</a:t>
            </a: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deregister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提回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309360" y="2286000"/>
            <a:ext cx="4846320" cy="274320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6455664" y="2414016"/>
            <a:ext cx="457200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TaskEscrow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6455664" y="2788920"/>
            <a:ext cx="457200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createTask{value:BOT}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6455664" y="3182112"/>
            <a:ext cx="457200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任务状态机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6492240" y="3703320"/>
            <a:ext cx="4572000" cy="1463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assign / submitDeliverable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accept →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放款</a:t>
            </a: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好评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reject → Disputed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争议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4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仲裁</a:t>
            </a:r>
            <a:r>
              <a:rPr lang="en-US" b="false" i="false" strike="noStrike" u="none" sz="14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resolveRelease / resolveRefund</a:t>
            </a:r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914400" y="5257800"/>
            <a:ext cx="1024128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Escrow 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经授权调用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Registry.recordReputation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；所有状态变更发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event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04 / 11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关键流程时序</a:t>
            </a:r>
            <a:r>
              <a:rPr lang="en-US" b="true" i="false" strike="noStrike" u="none" sz="30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正常路径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发任务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接单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提交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验收结算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560320"/>
            <a:ext cx="2377440" cy="1554480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68833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发布者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3063239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createTask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45643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托管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0.5 BOT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364992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3529584" y="2560320"/>
            <a:ext cx="2377440" cy="1554480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3675887" y="268833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3675887" y="3063239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assign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3675887" y="345643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接单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980176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144768" y="2560320"/>
            <a:ext cx="2377440" cy="1554480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6291072" y="268833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6291072" y="3063239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submitDeliverable</a:t>
            </a:r>
            <a:endParaRPr lang="en-US" sz="1100"/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6291072" y="345643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hash+URI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595360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759952" y="2560320"/>
            <a:ext cx="2377440" cy="1554480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8906256" y="268833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发布者</a:t>
            </a:r>
            <a:endParaRPr lang="en-US" sz="1100"/>
          </a:p>
        </p:txBody>
      </p:sp>
      <p:sp>
        <p:nvSpPr>
          <p:cNvPr name="AutoShape 22" id="22"/>
          <p:cNvSpPr txBox="true"/>
          <p:nvPr/>
        </p:nvSpPr>
        <p:spPr>
          <a:xfrm rot="0" flipH="false" flipV="false">
            <a:off x="8906256" y="3063239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accept</a:t>
            </a:r>
            <a:endParaRPr lang="en-US" sz="1100"/>
          </a:p>
        </p:txBody>
      </p:sp>
      <p:sp>
        <p:nvSpPr>
          <p:cNvPr name="AutoShape 23" id="23"/>
          <p:cNvSpPr txBox="true"/>
          <p:nvPr/>
        </p:nvSpPr>
        <p:spPr>
          <a:xfrm rot="0" flipH="false" flipV="false">
            <a:off x="8906256" y="345643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放款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+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好评</a:t>
            </a:r>
            <a:endParaRPr lang="en-US" sz="1100"/>
          </a:p>
        </p:txBody>
      </p:sp>
      <p:sp>
        <p:nvSpPr>
          <p:cNvPr name="AutoShape 24" id="24"/>
          <p:cNvSpPr txBox="true"/>
          <p:nvPr/>
        </p:nvSpPr>
        <p:spPr>
          <a:xfrm rot="0" flipH="false" flipV="false">
            <a:off x="914400" y="4663440"/>
            <a:ext cx="10241280" cy="8229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结果：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收到赏金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，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Registry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好评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+1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，信誉分上升。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每一步链上交易均可在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scan.bohr.life / scan.botchain.ai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核验。</a:t>
            </a:r>
          </a:p>
        </p:txBody>
      </p:sp>
      <p:sp>
        <p:nvSpPr>
          <p:cNvPr name="AutoShape 25" id="25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05 / 11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争议与罚没分支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发布者拒收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仲裁裁决：退款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或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罚没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468880"/>
            <a:ext cx="2377440" cy="1371600"/>
          </a:xfrm>
          <a:prstGeom prst="roundRect">
            <a:avLst>
              <a:gd name="adj" fmla="val 16667"/>
            </a:avLst>
          </a:prstGeom>
          <a:solidFill>
            <a:srgbClr val="F7E9E3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59689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01 reject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2971800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进入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Disputed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36499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赏金冻结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429000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3749039" y="2468880"/>
            <a:ext cx="2377440" cy="1371600"/>
          </a:xfrm>
          <a:prstGeom prst="roundRect">
            <a:avLst>
              <a:gd name="adj" fmla="val 16667"/>
            </a:avLst>
          </a:prstGeom>
          <a:solidFill>
            <a:srgbClr val="F7E9E3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3895344" y="259689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02 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仲裁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3895344" y="2971800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resolveRefund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3895344" y="336499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退款给发布者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263640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583680" y="2468880"/>
            <a:ext cx="2377440" cy="1371600"/>
          </a:xfrm>
          <a:prstGeom prst="roundRect">
            <a:avLst>
              <a:gd name="adj" fmla="val 16667"/>
            </a:avLst>
          </a:prstGeom>
          <a:solidFill>
            <a:srgbClr val="F7E9E3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6729984" y="2596896"/>
            <a:ext cx="2103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03 slash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6729984" y="2971800"/>
            <a:ext cx="21031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罚没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Agent 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质押</a:t>
            </a:r>
            <a:endParaRPr lang="en-US" sz="1100"/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6729984" y="3364992"/>
            <a:ext cx="21031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差评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+1</a:t>
            </a:r>
            <a:endParaRPr lang="en-US" sz="1100"/>
          </a:p>
        </p:txBody>
      </p:sp>
      <p:sp>
        <p:nvSpPr>
          <p:cNvPr name="AutoShape 19" id="19"/>
          <p:cNvSpPr txBox="true"/>
          <p:nvPr/>
        </p:nvSpPr>
        <p:spPr>
          <a:xfrm rot="0" flipH="false" flipV="false">
            <a:off x="914400" y="4297680"/>
            <a:ext cx="10241280" cy="109728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替代路径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resolveRelease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：判定交付合格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放款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Agent +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好评。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MVP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治理：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owner=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部署者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=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默认仲裁人，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setArbitrator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可移交。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罚没质押进入国库，作恶成本显性化。</a:t>
            </a:r>
          </a:p>
        </p:txBody>
      </p:sp>
      <p:sp>
        <p:nvSpPr>
          <p:cNvPr name="AutoShape 20" id="20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06 / 11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技术要点与安全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标准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EVM / Solidity 0.8.24 / OpenZeppelin v5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377440"/>
            <a:ext cx="4754880" cy="1325880"/>
          </a:xfrm>
          <a:prstGeom prst="roundRect">
            <a:avLst>
              <a:gd name="adj" fmla="val 16667"/>
            </a:avLst>
          </a:prstGeom>
          <a:solidFill>
            <a:srgbClr val="E3EEE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50545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✓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288036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重入保护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27355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ReentrancyGuard 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覆盖所有放款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退款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罚没路径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126480" y="2377440"/>
            <a:ext cx="4754880" cy="1325880"/>
          </a:xfrm>
          <a:prstGeom prst="roundRect">
            <a:avLst>
              <a:gd name="adj" fmla="val 16667"/>
            </a:avLst>
          </a:prstGeom>
          <a:solidFill>
            <a:srgbClr val="E3EEE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6272784" y="250545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✓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6272784" y="288036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访问控制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6272784" y="327355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Ownable2Step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；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Escrow 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唯一授权写信誉，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slash 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限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owner/escrow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14400" y="4023360"/>
            <a:ext cx="4754880" cy="1325880"/>
          </a:xfrm>
          <a:prstGeom prst="roundRect">
            <a:avLst>
              <a:gd name="adj" fmla="val 16667"/>
            </a:avLst>
          </a:prstGeom>
          <a:solidFill>
            <a:srgbClr val="E3EEE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1060704" y="415137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✓</a:t>
            </a:r>
            <a:endParaRPr lang="en-US" sz="1100"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1060704" y="452628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检查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-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生效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-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交互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1060704" y="491947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先改状态再转账，原生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 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低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-level call 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校验成功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126480" y="4023360"/>
            <a:ext cx="4754880" cy="1325880"/>
          </a:xfrm>
          <a:prstGeom prst="roundRect">
            <a:avLst>
              <a:gd name="adj" fmla="val 16667"/>
            </a:avLst>
          </a:prstGeom>
          <a:solidFill>
            <a:srgbClr val="E3EEE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6272784" y="4151376"/>
            <a:ext cx="4480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✓</a:t>
            </a:r>
            <a:endParaRPr lang="en-US" sz="1100"/>
          </a:p>
        </p:txBody>
      </p:sp>
      <p:sp>
        <p:nvSpPr>
          <p:cNvPr name="AutoShape 19" id="19"/>
          <p:cNvSpPr txBox="true"/>
          <p:nvPr/>
        </p:nvSpPr>
        <p:spPr>
          <a:xfrm rot="0" flipH="false" flipV="false">
            <a:off x="6272784" y="4526280"/>
            <a:ext cx="4480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网络</a:t>
            </a:r>
            <a:endParaRPr lang="en-US" sz="1100"/>
          </a:p>
        </p:txBody>
      </p:sp>
      <p:sp>
        <p:nvSpPr>
          <p:cNvPr name="AutoShape 20" id="20"/>
          <p:cNvSpPr txBox="true"/>
          <p:nvPr/>
        </p:nvSpPr>
        <p:spPr>
          <a:xfrm rot="0" flipH="false" flipV="false">
            <a:off x="6272784" y="4919472"/>
            <a:ext cx="4480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测试网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Bohr 968 (0x3C8) / 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主网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677 (0x2A5)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，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RPC+env 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注入</a:t>
            </a:r>
            <a:endParaRPr lang="en-US" sz="1100"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914400" y="5806440"/>
            <a:ext cx="1024128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前端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React19 + Vite + ethers v6</a:t>
            </a: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，液态玻璃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UI</a:t>
            </a: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，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window.ethereum </a:t>
            </a: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连接钱包并自动加链。</a:t>
            </a:r>
            <a:endParaRPr lang="en-US" sz="1100"/>
          </a:p>
        </p:txBody>
      </p:sp>
      <p:sp>
        <p:nvSpPr>
          <p:cNvPr name="AutoShape 22" id="22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07 / 11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三城协同</a:t>
            </a:r>
            <a:r>
              <a:rPr lang="en-US" b="true" i="false" strike="noStrike" u="none" sz="30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故事线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江城信约在中间：托管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验收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记账</a:t>
            </a:r>
            <a:r>
              <a:rPr lang="en-US" b="false" i="false" strike="noStrike" u="none" sz="170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复盘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822960" y="2651760"/>
            <a:ext cx="2468880" cy="1554480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969264" y="2779776"/>
            <a:ext cx="2194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1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969264" y="3154680"/>
            <a:ext cx="2194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969264" y="3547872"/>
            <a:ext cx="2194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发任务托管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质押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Agent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364991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3493008" y="2651760"/>
            <a:ext cx="2468880" cy="1554480"/>
          </a:xfrm>
          <a:prstGeom prst="roundRect">
            <a:avLst>
              <a:gd name="adj" fmla="val 16666"/>
            </a:avLst>
          </a:prstGeom>
          <a:solidFill>
            <a:srgbClr val="E9EEF5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3639312" y="2779776"/>
            <a:ext cx="2194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2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3639312" y="3154680"/>
            <a:ext cx="2194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江城验真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3639312" y="3547872"/>
            <a:ext cx="2194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用验真方法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验收交付</a:t>
            </a:r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035040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163056" y="2651760"/>
            <a:ext cx="2468880" cy="1554480"/>
          </a:xfrm>
          <a:prstGeom prst="roundRect">
            <a:avLst>
              <a:gd name="adj" fmla="val 16666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6309360" y="2779776"/>
            <a:ext cx="2194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3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6309360" y="3154680"/>
            <a:ext cx="2194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endParaRPr lang="en-US" sz="1100"/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6309360" y="3547872"/>
            <a:ext cx="2194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放款记信誉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705088" y="3182112"/>
            <a:ext cx="256032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5E8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833104" y="2651760"/>
            <a:ext cx="2468880" cy="1554480"/>
          </a:xfrm>
          <a:prstGeom prst="roundRect">
            <a:avLst>
              <a:gd name="adj" fmla="val 16666"/>
            </a:avLst>
          </a:prstGeom>
          <a:solidFill>
            <a:srgbClr val="EEECF0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8979408" y="2779776"/>
            <a:ext cx="219456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4</a:t>
            </a:r>
            <a:endParaRPr lang="en-US" sz="1100"/>
          </a:p>
        </p:txBody>
      </p:sp>
      <p:sp>
        <p:nvSpPr>
          <p:cNvPr name="AutoShape 22" id="22"/>
          <p:cNvSpPr txBox="true"/>
          <p:nvPr/>
        </p:nvSpPr>
        <p:spPr>
          <a:xfrm rot="0" flipH="false" flipV="false">
            <a:off x="8979408" y="3154680"/>
            <a:ext cx="219456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江城链察</a:t>
            </a:r>
            <a:endParaRPr lang="en-US" sz="1100"/>
          </a:p>
        </p:txBody>
      </p:sp>
      <p:sp>
        <p:nvSpPr>
          <p:cNvPr name="AutoShape 23" id="23"/>
          <p:cNvSpPr txBox="true"/>
          <p:nvPr/>
        </p:nvSpPr>
        <p:spPr>
          <a:xfrm rot="0" flipH="false" flipV="false">
            <a:off x="8979408" y="3547872"/>
            <a:ext cx="219456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复盘链上交易</a:t>
            </a:r>
            <a:endParaRPr lang="en-US" sz="1100"/>
          </a:p>
        </p:txBody>
      </p:sp>
      <p:sp>
        <p:nvSpPr>
          <p:cNvPr name="AutoShape 24" id="24"/>
          <p:cNvSpPr txBox="true"/>
          <p:nvPr/>
        </p:nvSpPr>
        <p:spPr>
          <a:xfrm rot="0" flipH="false" flipV="false">
            <a:off x="914400" y="4754880"/>
            <a:ext cx="10241280" cy="8229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验真产出的验收判定，决定信约是放款好评还是拒收争议；链察对整笔托管交易做量化复盘。</a:t>
            </a:r>
            <a:endParaRPr lang="en-US" sz="1100"/>
          </a:p>
        </p:txBody>
      </p:sp>
      <p:sp>
        <p:nvSpPr>
          <p:cNvPr name="AutoShape 25" id="25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08 / 11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测试与验证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本地全流程已跑通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914400" y="2286000"/>
            <a:ext cx="502920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000">
                <a:solidFill>
                  <a:srgbClr val="2B6D5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Hardhat </a:t>
            </a:r>
            <a:r>
              <a:rPr lang="en-US" b="true" i="false" strike="noStrike" u="none" sz="2000">
                <a:solidFill>
                  <a:srgbClr val="2B6D56"/>
                </a:solidFill>
                <a:latin typeface="Noto Sans SC"/>
                <a:ea typeface="Noto Sans SC"/>
                <a:cs typeface="Noto Sans SC"/>
                <a:sym typeface="Noto Sans SC"/>
              </a:rPr>
              <a:t>测试：</a:t>
            </a:r>
            <a:r>
              <a:rPr lang="en-US" b="true" i="false" strike="noStrike" u="none" sz="2000">
                <a:solidFill>
                  <a:srgbClr val="2B6D5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14 </a:t>
            </a:r>
            <a:r>
              <a:rPr lang="en-US" b="true" i="false" strike="noStrike" u="none" sz="2000">
                <a:solidFill>
                  <a:srgbClr val="2B6D56"/>
                </a:solidFill>
                <a:latin typeface="Noto Sans SC"/>
                <a:ea typeface="Noto Sans SC"/>
                <a:cs typeface="Noto Sans SC"/>
                <a:sym typeface="Noto Sans SC"/>
              </a:rPr>
              <a:t>项通过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914400" y="2834640"/>
            <a:ext cx="5029200" cy="2286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注册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质押门槛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重复注册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建任务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接单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提交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accept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放款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好评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reject →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争议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→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退款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slash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slash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国库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 deregister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提回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信誉分随好差评变化</a:t>
            </a:r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6217920" y="2286000"/>
            <a:ext cx="502920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000">
                <a:solidFill>
                  <a:srgbClr val="2B6D56"/>
                </a:solidFill>
                <a:latin typeface="Songti SC"/>
                <a:ea typeface="Songti SC"/>
                <a:cs typeface="Songti SC"/>
                <a:sym typeface="Songti SC"/>
              </a:rPr>
              <a:t>部署与演示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6217920" y="2834640"/>
            <a:ext cx="5029200" cy="2286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npx hardhat compile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✅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本地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node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部署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demo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脚本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每笔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tx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打印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scan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链接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测试网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bohr /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主网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botchain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•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前端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typecheck + build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✅</a:t>
            </a:r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914400" y="5486400"/>
            <a:ext cx="10241280" cy="5486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可核验链接样式：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https://scan.bohr.life/tx/0x… </a:t>
            </a:r>
            <a:r>
              <a:rPr lang="en-US" b="true" i="false" strike="noStrike" u="none" sz="1500">
                <a:solidFill>
                  <a:srgbClr val="245E87"/>
                </a:solidFill>
                <a:latin typeface="Songti SC"/>
                <a:ea typeface="Songti SC"/>
                <a:cs typeface="Songti SC"/>
                <a:sym typeface="Songti SC"/>
              </a:rPr>
              <a:t>与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/address/0x…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09 / 11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740664"/>
            <a:ext cx="1037844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0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当前状态与后续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896112" y="1435608"/>
            <a:ext cx="10195560" cy="6309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700">
                <a:solidFill>
                  <a:srgbClr val="536675"/>
                </a:solidFill>
                <a:latin typeface="Songti SC"/>
                <a:ea typeface="Songti SC"/>
                <a:cs typeface="Songti SC"/>
                <a:sym typeface="Songti SC"/>
              </a:rPr>
              <a:t>本地完成，待用户测试网账号发链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914400" y="2377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60704" y="2505456"/>
            <a:ext cx="30175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✅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已完成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60704" y="2880360"/>
            <a:ext cx="30175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合约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+ 14 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测试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+ </a:t>
            </a: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前端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60704" y="3273552"/>
            <a:ext cx="30175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编译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测试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/build 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全绿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480560" y="2377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7E9E3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4626864" y="2505456"/>
            <a:ext cx="30175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⏳ 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进行中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4626864" y="2880360"/>
            <a:ext cx="30175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测试网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Bohr 968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4626864" y="3273552"/>
            <a:ext cx="30175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领币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→</a:t>
            </a:r>
            <a:r>
              <a:rPr lang="en-US" b="false" i="false" strike="noStrike" u="none" sz="125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部署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→demo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046720" y="2377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AF2F7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8193024" y="2505456"/>
            <a:ext cx="30175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➡</a:t>
            </a:r>
            <a:r>
              <a:rPr lang="en-US" b="true" i="false" strike="noStrike" u="none" sz="15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true" i="false" strike="noStrike" u="none" sz="15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后续</a:t>
            </a:r>
            <a:endParaRPr lang="en-US" sz="1100"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8193024" y="2880360"/>
            <a:ext cx="3017520" cy="38404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7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主网</a:t>
            </a:r>
            <a:r>
              <a:rPr lang="en-US" b="true" i="false" strike="noStrike" u="none" sz="17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677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8193024" y="3273552"/>
            <a:ext cx="301752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Gas 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申请</a:t>
            </a:r>
            <a:r>
              <a:rPr lang="en-US" b="false" i="false" strike="noStrike" u="none" sz="125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1 BOT </a:t>
            </a:r>
            <a:r>
              <a:rPr lang="en-US" b="false" i="false" strike="noStrike" u="none" sz="125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后部署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914400" y="4297680"/>
            <a:ext cx="10241280" cy="12801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待补：①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钱包连接后真实发链；②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公开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Demo URL</a:t>
            </a:r>
            <a:r>
              <a:rPr lang="en-US" b="false" i="false" strike="noStrike" u="none" sz="16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（申请表第②栏）；</a:t>
            </a:r>
            <a:endParaRPr lang="en-US" sz="1100"/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③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测试网合约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/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交易链接（第③栏）；④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主网地址与交易记录。</a:t>
            </a:r>
          </a:p>
          <a:p>
            <a:pPr algn="l" marL="0" indent="0" defTabSz="45720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Gas </a:t>
            </a:r>
            <a:r>
              <a:rPr lang="en-US" b="false" i="false" strike="noStrike" u="none" sz="1600">
                <a:solidFill>
                  <a:srgbClr val="3C4F5D"/>
                </a:solidFill>
                <a:latin typeface="Noto Sans SC"/>
                <a:ea typeface="Noto Sans SC"/>
                <a:cs typeface="Noto Sans SC"/>
                <a:sym typeface="Noto Sans SC"/>
              </a:rPr>
              <a:t>申请表：</a:t>
            </a:r>
            <a:r>
              <a:rPr lang="en-US" b="false" i="false" strike="noStrike" u="none" sz="16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https://forms.gle/7WJNKfcyJLQ4vujt7</a:t>
            </a:r>
          </a:p>
        </p:txBody>
      </p:sp>
      <p:sp>
        <p:nvSpPr>
          <p:cNvPr name="AutoShape 18" id="18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10 / 11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BE7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493776" y="365760"/>
            <a:ext cx="11201400" cy="603504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>
            <a:noFill/>
            <a:prstDash val="solid"/>
          </a:ln>
        </p:spPr>
        <p:txBody>
          <a:bodyPr anchor="ctr" rtlCol="false" wrap="square" lIns="91440" rIns="91440" tIns="45720" bIns="45720">
            <a:noAutofit/>
          </a:bodyPr>
          <a:lstStyle/>
          <a:p>
            <a:pPr algn="ctr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877824" y="2377440"/>
            <a:ext cx="10515600" cy="109728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34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34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true" i="false" strike="noStrike" u="none" sz="34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让</a:t>
            </a:r>
            <a:r>
              <a:rPr lang="en-US" b="true" i="false" strike="noStrike" u="none" sz="34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Agent </a:t>
            </a:r>
            <a:r>
              <a:rPr lang="en-US" b="true" i="false" strike="noStrike" u="none" sz="34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交易可托管、可评分、可罚没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914400" y="3657600"/>
            <a:ext cx="10058400" cy="73152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20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AgentEscrow on BOT Chain · EVM L1 · </a:t>
            </a:r>
            <a:r>
              <a:rPr lang="en-US" b="true" i="false" strike="noStrike" u="none" sz="2000">
                <a:solidFill>
                  <a:srgbClr val="245E87"/>
                </a:solidFill>
                <a:latin typeface="Noto Sans SC"/>
                <a:ea typeface="Noto Sans SC"/>
                <a:cs typeface="Noto Sans SC"/>
                <a:sym typeface="Noto Sans SC"/>
              </a:rPr>
              <a:t>原生</a:t>
            </a:r>
            <a:r>
              <a:rPr lang="en-US" b="true" i="false" strike="noStrike" u="none" sz="2000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BOT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914400" y="4572000"/>
            <a:ext cx="10058400" cy="5486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false" i="false" strike="noStrike" u="none" sz="18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谢谢聆听</a:t>
            </a:r>
            <a:r>
              <a:rPr lang="en-US" b="false" i="false" strike="noStrike" u="none" sz="180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· </a:t>
            </a:r>
            <a:r>
              <a:rPr lang="en-US" b="false" i="false" strike="noStrike" u="none" sz="1800">
                <a:solidFill>
                  <a:srgbClr val="3C4F5D"/>
                </a:solidFill>
                <a:latin typeface="Songti SC"/>
                <a:ea typeface="Songti SC"/>
                <a:cs typeface="Songti SC"/>
                <a:sym typeface="Songti SC"/>
              </a:rPr>
              <a:t>【队名】【成员】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868680" y="6473952"/>
            <a:ext cx="8092440" cy="2377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rtlCol="false" wrap="square" lIns="91440" rIns="91440" tIns="45720" bIns="45720">
            <a:spAutoFit/>
          </a:bodyPr>
          <a:lstStyle/>
          <a:p>
            <a:pPr algn="l" marL="0" indent="0" defTabSz="457200">
              <a:lnSpc>
                <a:spcPct val="100000"/>
              </a:lnSpc>
              <a:defRPr/>
            </a:pPr>
            <a:r>
              <a:rPr lang="en-US" b="true" i="false" strike="noStrike" u="none" sz="1200">
                <a:solidFill>
                  <a:srgbClr val="182A36"/>
                </a:solidFill>
                <a:latin typeface="Songti SC"/>
                <a:ea typeface="Songti SC"/>
                <a:cs typeface="Songti SC"/>
                <a:sym typeface="Songti SC"/>
              </a:rPr>
              <a:t>江城信约</a:t>
            </a:r>
            <a:r>
              <a:rPr lang="en-US" b="true" i="false" strike="noStrike" u="none" sz="1200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  <a:sym typeface="Arial Unicode MS"/>
              </a:rPr>
              <a:t>   11 / 11</a:t>
            </a:r>
            <a:endParaRPr lang="en-US" sz="1100"/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